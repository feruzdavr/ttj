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474" r:id="rId2"/>
    <p:sldId id="475" r:id="rId3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447ECF5-6941-49C9-B9DC-58DFB8621E26}">
          <p14:sldIdLst>
            <p14:sldId id="474"/>
            <p14:sldId id="475"/>
          </p14:sldIdLst>
        </p14:section>
        <p14:section name="Untitled Section" id="{CBA37F18-4F66-4EDB-A3B3-D1BDD62B3BB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FA4A4-8C0A-4C89-ADDE-553BB9C9A211}" v="128" dt="2024-10-15T05:18:44.790"/>
  </p1510:revLst>
</p1510:revInfo>
</file>

<file path=ppt/tableStyles.xml><?xml version="1.0" encoding="utf-8"?>
<a:tblStyleLst xmlns:a="http://schemas.openxmlformats.org/drawingml/2006/main" def="{3AA2BDD8-9D86-488D-BE77-D5EA5DEC8F71}">
  <a:tblStyle styleId="{3AA2BDD8-9D86-488D-BE77-D5EA5DEC8F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72" autoAdjust="0"/>
  </p:normalViewPr>
  <p:slideViewPr>
    <p:cSldViewPr snapToGrid="0">
      <p:cViewPr varScale="1">
        <p:scale>
          <a:sx n="93" d="100"/>
          <a:sy n="93" d="100"/>
        </p:scale>
        <p:origin x="5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1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aniya Yanova" userId="8744e93f-a0e6-4188-8a7a-f801c05a5a58" providerId="ADAL" clId="{873FA4A4-8C0A-4C89-ADDE-553BB9C9A211}"/>
    <pc:docChg chg="addSld modSld">
      <pc:chgData name="Rushaniya Yanova" userId="8744e93f-a0e6-4188-8a7a-f801c05a5a58" providerId="ADAL" clId="{873FA4A4-8C0A-4C89-ADDE-553BB9C9A211}" dt="2024-10-15T05:21:16.148" v="143" actId="255"/>
      <pc:docMkLst>
        <pc:docMk/>
      </pc:docMkLst>
      <pc:sldChg chg="modSp mod">
        <pc:chgData name="Rushaniya Yanova" userId="8744e93f-a0e6-4188-8a7a-f801c05a5a58" providerId="ADAL" clId="{873FA4A4-8C0A-4C89-ADDE-553BB9C9A211}" dt="2024-10-15T03:19:52.533" v="125" actId="20577"/>
        <pc:sldMkLst>
          <pc:docMk/>
          <pc:sldMk cId="2931531023" sldId="474"/>
        </pc:sldMkLst>
        <pc:graphicFrameChg chg="mod modGraphic">
          <ac:chgData name="Rushaniya Yanova" userId="8744e93f-a0e6-4188-8a7a-f801c05a5a58" providerId="ADAL" clId="{873FA4A4-8C0A-4C89-ADDE-553BB9C9A211}" dt="2024-10-15T03:19:52.533" v="125" actId="20577"/>
          <ac:graphicFrameMkLst>
            <pc:docMk/>
            <pc:sldMk cId="2931531023" sldId="474"/>
            <ac:graphicFrameMk id="5" creationId="{9E8C3089-F576-4583-9A48-B04F16FC49B2}"/>
          </ac:graphicFrameMkLst>
        </pc:graphicFrameChg>
      </pc:sldChg>
      <pc:sldChg chg="modSp add mod">
        <pc:chgData name="Rushaniya Yanova" userId="8744e93f-a0e6-4188-8a7a-f801c05a5a58" providerId="ADAL" clId="{873FA4A4-8C0A-4C89-ADDE-553BB9C9A211}" dt="2024-10-15T05:21:16.148" v="143" actId="255"/>
        <pc:sldMkLst>
          <pc:docMk/>
          <pc:sldMk cId="3856947475" sldId="475"/>
        </pc:sldMkLst>
        <pc:spChg chg="mod">
          <ac:chgData name="Rushaniya Yanova" userId="8744e93f-a0e6-4188-8a7a-f801c05a5a58" providerId="ADAL" clId="{873FA4A4-8C0A-4C89-ADDE-553BB9C9A211}" dt="2024-10-15T05:19:05.598" v="128"/>
          <ac:spMkLst>
            <pc:docMk/>
            <pc:sldMk cId="3856947475" sldId="475"/>
            <ac:spMk id="10" creationId="{93E9FD4B-63A0-7A51-4152-20D087FD095D}"/>
          </ac:spMkLst>
        </pc:spChg>
        <pc:spChg chg="mod">
          <ac:chgData name="Rushaniya Yanova" userId="8744e93f-a0e6-4188-8a7a-f801c05a5a58" providerId="ADAL" clId="{873FA4A4-8C0A-4C89-ADDE-553BB9C9A211}" dt="2024-10-15T05:18:53.442" v="127"/>
          <ac:spMkLst>
            <pc:docMk/>
            <pc:sldMk cId="3856947475" sldId="475"/>
            <ac:spMk id="21" creationId="{B4108F5E-E71E-010C-833E-7670B87F6DB6}"/>
          </ac:spMkLst>
        </pc:spChg>
        <pc:spChg chg="mod">
          <ac:chgData name="Rushaniya Yanova" userId="8744e93f-a0e6-4188-8a7a-f801c05a5a58" providerId="ADAL" clId="{873FA4A4-8C0A-4C89-ADDE-553BB9C9A211}" dt="2024-10-15T05:20:02.655" v="134" actId="207"/>
          <ac:spMkLst>
            <pc:docMk/>
            <pc:sldMk cId="3856947475" sldId="475"/>
            <ac:spMk id="22" creationId="{79595139-3627-D61E-6B77-F6DE1B72E21A}"/>
          </ac:spMkLst>
        </pc:spChg>
        <pc:spChg chg="mod">
          <ac:chgData name="Rushaniya Yanova" userId="8744e93f-a0e6-4188-8a7a-f801c05a5a58" providerId="ADAL" clId="{873FA4A4-8C0A-4C89-ADDE-553BB9C9A211}" dt="2024-10-15T05:19:43.263" v="132"/>
          <ac:spMkLst>
            <pc:docMk/>
            <pc:sldMk cId="3856947475" sldId="475"/>
            <ac:spMk id="23" creationId="{B1A217A7-370C-4032-93F8-7A43DECEC8A8}"/>
          </ac:spMkLst>
        </pc:spChg>
        <pc:spChg chg="mod">
          <ac:chgData name="Rushaniya Yanova" userId="8744e93f-a0e6-4188-8a7a-f801c05a5a58" providerId="ADAL" clId="{873FA4A4-8C0A-4C89-ADDE-553BB9C9A211}" dt="2024-10-15T05:19:34.259" v="131"/>
          <ac:spMkLst>
            <pc:docMk/>
            <pc:sldMk cId="3856947475" sldId="475"/>
            <ac:spMk id="24" creationId="{A2E4D596-DF8D-B096-14A5-B1120E31C7DF}"/>
          </ac:spMkLst>
        </pc:spChg>
        <pc:spChg chg="mod">
          <ac:chgData name="Rushaniya Yanova" userId="8744e93f-a0e6-4188-8a7a-f801c05a5a58" providerId="ADAL" clId="{873FA4A4-8C0A-4C89-ADDE-553BB9C9A211}" dt="2024-10-15T05:19:23.651" v="130"/>
          <ac:spMkLst>
            <pc:docMk/>
            <pc:sldMk cId="3856947475" sldId="475"/>
            <ac:spMk id="25" creationId="{A6BA77BA-21F4-2D4C-EA9E-AA8C7E2F1B4D}"/>
          </ac:spMkLst>
        </pc:spChg>
        <pc:spChg chg="mod">
          <ac:chgData name="Rushaniya Yanova" userId="8744e93f-a0e6-4188-8a7a-f801c05a5a58" providerId="ADAL" clId="{873FA4A4-8C0A-4C89-ADDE-553BB9C9A211}" dt="2024-10-15T05:19:14.049" v="129"/>
          <ac:spMkLst>
            <pc:docMk/>
            <pc:sldMk cId="3856947475" sldId="475"/>
            <ac:spMk id="26" creationId="{2D39D076-C120-16F0-9730-DF7AD8309D8F}"/>
          </ac:spMkLst>
        </pc:spChg>
        <pc:spChg chg="mod">
          <ac:chgData name="Rushaniya Yanova" userId="8744e93f-a0e6-4188-8a7a-f801c05a5a58" providerId="ADAL" clId="{873FA4A4-8C0A-4C89-ADDE-553BB9C9A211}" dt="2024-10-15T05:20:13.273" v="135"/>
          <ac:spMkLst>
            <pc:docMk/>
            <pc:sldMk cId="3856947475" sldId="475"/>
            <ac:spMk id="27" creationId="{D84DE058-43C1-C881-4D3A-6BD30D31750D}"/>
          </ac:spMkLst>
        </pc:spChg>
        <pc:spChg chg="mod">
          <ac:chgData name="Rushaniya Yanova" userId="8744e93f-a0e6-4188-8a7a-f801c05a5a58" providerId="ADAL" clId="{873FA4A4-8C0A-4C89-ADDE-553BB9C9A211}" dt="2024-10-15T05:20:43.316" v="138" actId="255"/>
          <ac:spMkLst>
            <pc:docMk/>
            <pc:sldMk cId="3856947475" sldId="475"/>
            <ac:spMk id="28" creationId="{029DA662-420A-A69C-CD75-0D709B74C594}"/>
          </ac:spMkLst>
        </pc:spChg>
        <pc:spChg chg="mod">
          <ac:chgData name="Rushaniya Yanova" userId="8744e93f-a0e6-4188-8a7a-f801c05a5a58" providerId="ADAL" clId="{873FA4A4-8C0A-4C89-ADDE-553BB9C9A211}" dt="2024-10-15T05:21:16.148" v="143" actId="255"/>
          <ac:spMkLst>
            <pc:docMk/>
            <pc:sldMk cId="3856947475" sldId="475"/>
            <ac:spMk id="29" creationId="{71E152CE-79FB-0BB6-97D1-0599AEA36CDA}"/>
          </ac:spMkLst>
        </pc:spChg>
        <pc:spChg chg="mod">
          <ac:chgData name="Rushaniya Yanova" userId="8744e93f-a0e6-4188-8a7a-f801c05a5a58" providerId="ADAL" clId="{873FA4A4-8C0A-4C89-ADDE-553BB9C9A211}" dt="2024-10-15T05:20:59.875" v="140"/>
          <ac:spMkLst>
            <pc:docMk/>
            <pc:sldMk cId="3856947475" sldId="475"/>
            <ac:spMk id="30" creationId="{8BC3B498-115F-9320-552E-428C3F04305B}"/>
          </ac:spMkLst>
        </pc:spChg>
        <pc:spChg chg="mod">
          <ac:chgData name="Rushaniya Yanova" userId="8744e93f-a0e6-4188-8a7a-f801c05a5a58" providerId="ADAL" clId="{873FA4A4-8C0A-4C89-ADDE-553BB9C9A211}" dt="2024-10-15T05:20:52.403" v="139"/>
          <ac:spMkLst>
            <pc:docMk/>
            <pc:sldMk cId="3856947475" sldId="475"/>
            <ac:spMk id="31" creationId="{9FD67BB0-F1A1-B2C7-A968-1E4A281D4F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9CD356-DEAE-40CA-8494-7B9DC1AC1A9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505999-6A9B-46BF-8835-FC9E3D008AFE}">
      <dgm:prSet phldrT="[Text]" custT="1"/>
      <dgm:spPr>
        <a:solidFill>
          <a:srgbClr val="C00000"/>
        </a:solidFill>
      </dgm:spPr>
      <dgm:t>
        <a:bodyPr/>
        <a:lstStyle/>
        <a:p>
          <a:pPr algn="ctr"/>
          <a:r>
            <a:rPr lang="en-US" sz="800" dirty="0"/>
            <a:t>Muhammad Ashfaq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Operation Manager 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H&amp;S Leader</a:t>
          </a:r>
        </a:p>
      </dgm:t>
    </dgm:pt>
    <dgm:pt modelId="{980BE9F9-E845-4ACF-9B5E-256AE36A1C53}" type="parTrans" cxnId="{D467F695-3744-4D52-944C-206ABB0D6515}">
      <dgm:prSet/>
      <dgm:spPr/>
      <dgm:t>
        <a:bodyPr/>
        <a:lstStyle/>
        <a:p>
          <a:pPr algn="ctr"/>
          <a:endParaRPr lang="en-US"/>
        </a:p>
      </dgm:t>
    </dgm:pt>
    <dgm:pt modelId="{A4DC2A21-A55E-4F69-9EEF-0073E55CF574}" type="sibTrans" cxnId="{D467F695-3744-4D52-944C-206ABB0D6515}">
      <dgm:prSet/>
      <dgm:spPr/>
      <dgm:t>
        <a:bodyPr/>
        <a:lstStyle/>
        <a:p>
          <a:pPr algn="ctr"/>
          <a:endParaRPr lang="en-US"/>
        </a:p>
      </dgm:t>
    </dgm:pt>
    <dgm:pt modelId="{EDA5D6F2-D5E0-48E1-AE73-D5C9EF569338}">
      <dgm:prSet phldrT="[Text]" custT="1"/>
      <dgm:spPr/>
      <dgm:t>
        <a:bodyPr/>
        <a:lstStyle/>
        <a:p>
          <a:pPr algn="ctr"/>
          <a:endParaRPr lang="en-US" sz="800" dirty="0"/>
        </a:p>
        <a:p>
          <a:pPr algn="ctr"/>
          <a:r>
            <a:rPr lang="en-US" sz="800" dirty="0"/>
            <a:t>Otabek Abdukhaev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Prod Manager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Fall Protec Leader</a:t>
          </a:r>
        </a:p>
      </dgm:t>
    </dgm:pt>
    <dgm:pt modelId="{4053E8EB-03AB-4023-A6B0-E1588895AA34}" type="parTrans" cxnId="{FDE99DD5-C997-4DB3-824F-FD897F529A1C}">
      <dgm:prSet/>
      <dgm:spPr/>
      <dgm:t>
        <a:bodyPr/>
        <a:lstStyle/>
        <a:p>
          <a:pPr algn="ctr"/>
          <a:endParaRPr lang="en-US" sz="1050"/>
        </a:p>
      </dgm:t>
    </dgm:pt>
    <dgm:pt modelId="{18BC8E23-C3E6-4EE2-A72B-63A927D50745}" type="sibTrans" cxnId="{FDE99DD5-C997-4DB3-824F-FD897F529A1C}">
      <dgm:prSet/>
      <dgm:spPr/>
      <dgm:t>
        <a:bodyPr/>
        <a:lstStyle/>
        <a:p>
          <a:pPr algn="ctr"/>
          <a:endParaRPr lang="en-US"/>
        </a:p>
      </dgm:t>
    </dgm:pt>
    <dgm:pt modelId="{8D1AFE6B-2814-47AB-8BC2-43443C8D8748}">
      <dgm:prSet phldrT="[Text]" custT="1"/>
      <dgm:spPr>
        <a:solidFill>
          <a:schemeClr val="accent6"/>
        </a:solidFill>
      </dgm:spPr>
      <dgm:t>
        <a:bodyPr/>
        <a:lstStyle/>
        <a:p>
          <a:pPr algn="ctr"/>
          <a:endParaRPr lang="en-US" sz="800" dirty="0"/>
        </a:p>
        <a:p>
          <a:pPr algn="ctr"/>
          <a:r>
            <a:rPr lang="en-US" sz="800" dirty="0"/>
            <a:t>Olga Yugay</a:t>
          </a:r>
        </a:p>
        <a:p>
          <a:pPr algn="ctr"/>
          <a:r>
            <a:rPr lang="en-US" sz="800" b="1" dirty="0" err="1">
              <a:solidFill>
                <a:schemeClr val="bg1"/>
              </a:solidFill>
            </a:rPr>
            <a:t>Qlty</a:t>
          </a:r>
          <a:r>
            <a:rPr lang="en-US" sz="800" b="1" dirty="0">
              <a:solidFill>
                <a:schemeClr val="bg1"/>
              </a:solidFill>
            </a:rPr>
            <a:t> Manager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Chemical Expert</a:t>
          </a:r>
        </a:p>
      </dgm:t>
    </dgm:pt>
    <dgm:pt modelId="{7FFF2860-12B8-484D-AFCB-399ECF051CA2}" type="parTrans" cxnId="{3CA0AC22-E9F5-469D-B7EC-A4010DFB4563}">
      <dgm:prSet/>
      <dgm:spPr/>
      <dgm:t>
        <a:bodyPr/>
        <a:lstStyle/>
        <a:p>
          <a:pPr algn="ctr"/>
          <a:endParaRPr lang="en-US" sz="1050"/>
        </a:p>
      </dgm:t>
    </dgm:pt>
    <dgm:pt modelId="{CC3B822D-1059-480F-87A3-58E26638C477}" type="sibTrans" cxnId="{3CA0AC22-E9F5-469D-B7EC-A4010DFB4563}">
      <dgm:prSet/>
      <dgm:spPr/>
      <dgm:t>
        <a:bodyPr/>
        <a:lstStyle/>
        <a:p>
          <a:pPr algn="ctr"/>
          <a:endParaRPr lang="en-US"/>
        </a:p>
      </dgm:t>
    </dgm:pt>
    <dgm:pt modelId="{8EE4D7B7-2253-42DE-9660-F37F4E1914D2}">
      <dgm:prSet phldrT="[Text]" custT="1"/>
      <dgm:spPr>
        <a:solidFill>
          <a:srgbClr val="0070C0"/>
        </a:solidFill>
      </dgm:spPr>
      <dgm:t>
        <a:bodyPr/>
        <a:lstStyle/>
        <a:p>
          <a:pPr algn="ctr"/>
          <a:r>
            <a:rPr lang="en-US" sz="800" dirty="0"/>
            <a:t>Rushaniya Yanova</a:t>
          </a:r>
        </a:p>
        <a:p>
          <a:pPr algn="ctr"/>
          <a:r>
            <a:rPr lang="en-US" sz="800" b="1" dirty="0">
              <a:solidFill>
                <a:schemeClr val="bg1"/>
              </a:solidFill>
            </a:rPr>
            <a:t>H&amp;S Engr</a:t>
          </a:r>
        </a:p>
      </dgm:t>
    </dgm:pt>
    <dgm:pt modelId="{589B93DC-2BEF-486F-A4EC-4BF99327A94B}" type="parTrans" cxnId="{52E7B9AC-2C9D-4D48-AA20-B72336155CC6}">
      <dgm:prSet/>
      <dgm:spPr/>
      <dgm:t>
        <a:bodyPr/>
        <a:lstStyle/>
        <a:p>
          <a:pPr algn="ctr"/>
          <a:endParaRPr lang="en-US" sz="1050"/>
        </a:p>
      </dgm:t>
    </dgm:pt>
    <dgm:pt modelId="{17342426-FF90-4A33-8A74-939181593922}" type="sibTrans" cxnId="{52E7B9AC-2C9D-4D48-AA20-B72336155CC6}">
      <dgm:prSet/>
      <dgm:spPr/>
      <dgm:t>
        <a:bodyPr/>
        <a:lstStyle/>
        <a:p>
          <a:pPr algn="ctr"/>
          <a:endParaRPr lang="en-US"/>
        </a:p>
      </dgm:t>
    </dgm:pt>
    <dgm:pt modelId="{8ECC36EF-0F0D-481B-87A5-50AD7401777D}">
      <dgm:prSet phldrT="[Text]" custT="1"/>
      <dgm:spPr>
        <a:solidFill>
          <a:srgbClr val="00B050"/>
        </a:solidFill>
      </dgm:spPr>
      <dgm:t>
        <a:bodyPr/>
        <a:lstStyle/>
        <a:p>
          <a:pPr algn="ctr"/>
          <a:r>
            <a:rPr lang="en-US" sz="800" dirty="0"/>
            <a:t>Orif </a:t>
          </a:r>
          <a:r>
            <a:rPr lang="en-US" sz="800" dirty="0" err="1"/>
            <a:t>Burhanov</a:t>
          </a:r>
          <a:endParaRPr lang="en-US" sz="800" dirty="0"/>
        </a:p>
        <a:p>
          <a:pPr algn="ctr"/>
          <a:r>
            <a:rPr lang="en-US" sz="800" b="1" dirty="0">
              <a:solidFill>
                <a:schemeClr val="bg1"/>
              </a:solidFill>
            </a:rPr>
            <a:t>WH Manager</a:t>
          </a:r>
        </a:p>
      </dgm:t>
    </dgm:pt>
    <dgm:pt modelId="{12AD7ABC-492B-420B-80A0-927B9E67D76F}" type="parTrans" cxnId="{63E615BE-B89C-40B1-936F-5CE1AD19302A}">
      <dgm:prSet/>
      <dgm:spPr/>
      <dgm:t>
        <a:bodyPr/>
        <a:lstStyle/>
        <a:p>
          <a:pPr algn="ctr"/>
          <a:endParaRPr lang="en-US" sz="1050"/>
        </a:p>
      </dgm:t>
    </dgm:pt>
    <dgm:pt modelId="{97ED0D8E-63D1-42CC-A4AA-E557775A1455}" type="sibTrans" cxnId="{63E615BE-B89C-40B1-936F-5CE1AD19302A}">
      <dgm:prSet/>
      <dgm:spPr/>
      <dgm:t>
        <a:bodyPr/>
        <a:lstStyle/>
        <a:p>
          <a:pPr algn="ctr"/>
          <a:endParaRPr lang="en-US"/>
        </a:p>
      </dgm:t>
    </dgm:pt>
    <dgm:pt modelId="{FCDFF4BD-9664-4D3E-8BA4-0156D57F2D41}">
      <dgm:prSet phldrT="[Text]" custT="1"/>
      <dgm:spPr/>
      <dgm:t>
        <a:bodyPr/>
        <a:lstStyle/>
        <a:p>
          <a:pPr algn="ctr">
            <a:buNone/>
          </a:pPr>
          <a:r>
            <a:rPr lang="en-US" sz="800" b="0" dirty="0">
              <a:solidFill>
                <a:schemeClr val="bg1"/>
              </a:solidFill>
            </a:rPr>
            <a:t>Sadik </a:t>
          </a:r>
          <a:r>
            <a:rPr lang="en-US" sz="800" b="0" dirty="0" err="1">
              <a:solidFill>
                <a:schemeClr val="bg1"/>
              </a:solidFill>
            </a:rPr>
            <a:t>Saidakbarov</a:t>
          </a:r>
          <a:r>
            <a:rPr lang="en-US" sz="800" b="1" dirty="0" err="1">
              <a:solidFill>
                <a:schemeClr val="bg1"/>
              </a:solidFill>
            </a:rPr>
            <a:t>Utility</a:t>
          </a:r>
          <a:r>
            <a:rPr lang="en-US" sz="800" b="1" dirty="0">
              <a:solidFill>
                <a:schemeClr val="bg1"/>
              </a:solidFill>
            </a:rPr>
            <a:t> Supervisor Compressed Gas Mgmt. Expert</a:t>
          </a:r>
        </a:p>
      </dgm:t>
    </dgm:pt>
    <dgm:pt modelId="{F3C170A3-BE82-470C-9CFA-A3B38D64404A}" type="parTrans" cxnId="{B8A682D5-4CA8-427F-9475-CC29DD46731C}">
      <dgm:prSet/>
      <dgm:spPr/>
      <dgm:t>
        <a:bodyPr/>
        <a:lstStyle/>
        <a:p>
          <a:endParaRPr lang="en-US" sz="1050"/>
        </a:p>
      </dgm:t>
    </dgm:pt>
    <dgm:pt modelId="{CB1EF3E0-EC49-4D11-8E34-35ECBECB9C97}" type="sibTrans" cxnId="{B8A682D5-4CA8-427F-9475-CC29DD46731C}">
      <dgm:prSet/>
      <dgm:spPr/>
      <dgm:t>
        <a:bodyPr/>
        <a:lstStyle/>
        <a:p>
          <a:endParaRPr lang="en-US"/>
        </a:p>
      </dgm:t>
    </dgm:pt>
    <dgm:pt modelId="{E6DC9C16-43A1-4289-A231-DF25E7D38E9D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>
            <a:buNone/>
          </a:pPr>
          <a:r>
            <a:rPr lang="en-US" sz="800" dirty="0" err="1">
              <a:solidFill>
                <a:schemeClr val="bg1"/>
              </a:solidFill>
            </a:rPr>
            <a:t>Khodoyberdi</a:t>
          </a:r>
          <a:r>
            <a:rPr lang="en-US" sz="800" dirty="0">
              <a:solidFill>
                <a:schemeClr val="bg1"/>
              </a:solidFill>
            </a:rPr>
            <a:t> </a:t>
          </a:r>
          <a:r>
            <a:rPr lang="en-US" sz="800" dirty="0" err="1">
              <a:solidFill>
                <a:schemeClr val="bg1"/>
              </a:solidFill>
            </a:rPr>
            <a:t>Khodjaev</a:t>
          </a:r>
          <a:endParaRPr lang="en-US" sz="800" dirty="0">
            <a:solidFill>
              <a:schemeClr val="bg1"/>
            </a:solidFill>
          </a:endParaRPr>
        </a:p>
        <a:p>
          <a:pPr algn="ctr">
            <a:buNone/>
          </a:pPr>
          <a:r>
            <a:rPr lang="en-US" sz="800" dirty="0">
              <a:solidFill>
                <a:schemeClr val="bg1"/>
              </a:solidFill>
            </a:rPr>
            <a:t> </a:t>
          </a:r>
          <a:r>
            <a:rPr lang="en-US" sz="800" b="1" dirty="0">
              <a:solidFill>
                <a:schemeClr val="bg1"/>
              </a:solidFill>
            </a:rPr>
            <a:t>Electrical Safety Expert</a:t>
          </a:r>
        </a:p>
      </dgm:t>
    </dgm:pt>
    <dgm:pt modelId="{7539C991-1735-4F69-A091-C81FA6E7656D}" type="parTrans" cxnId="{EC481439-869A-4313-AC14-EC1FFC384527}">
      <dgm:prSet/>
      <dgm:spPr/>
      <dgm:t>
        <a:bodyPr/>
        <a:lstStyle/>
        <a:p>
          <a:endParaRPr lang="en-US" sz="1050"/>
        </a:p>
      </dgm:t>
    </dgm:pt>
    <dgm:pt modelId="{71CDB9A8-63C0-4BBA-BDCC-9D2859C85082}" type="sibTrans" cxnId="{EC481439-869A-4313-AC14-EC1FFC384527}">
      <dgm:prSet/>
      <dgm:spPr/>
      <dgm:t>
        <a:bodyPr/>
        <a:lstStyle/>
        <a:p>
          <a:endParaRPr lang="en-US"/>
        </a:p>
      </dgm:t>
    </dgm:pt>
    <dgm:pt modelId="{05616AD4-F330-4754-9469-AE9EFEBD7534}">
      <dgm:prSet phldrT="[Text]" custT="1"/>
      <dgm:spPr>
        <a:solidFill>
          <a:srgbClr val="FF0000"/>
        </a:solidFill>
      </dgm:spPr>
      <dgm:t>
        <a:bodyPr/>
        <a:lstStyle/>
        <a:p>
          <a:pPr algn="ctr">
            <a:buNone/>
          </a:pPr>
          <a:r>
            <a:rPr lang="en-US" sz="800" dirty="0">
              <a:solidFill>
                <a:schemeClr val="bg1"/>
              </a:solidFill>
            </a:rPr>
            <a:t>Izzat </a:t>
          </a:r>
          <a:r>
            <a:rPr lang="en-US" sz="800" dirty="0" err="1">
              <a:solidFill>
                <a:schemeClr val="bg1"/>
              </a:solidFill>
            </a:rPr>
            <a:t>Djalolitdinov</a:t>
          </a:r>
          <a:endParaRPr lang="en-US" sz="800" dirty="0">
            <a:solidFill>
              <a:schemeClr val="bg1"/>
            </a:solidFill>
          </a:endParaRPr>
        </a:p>
        <a:p>
          <a:pPr algn="ctr">
            <a:buNone/>
          </a:pPr>
          <a:r>
            <a:rPr lang="en-US" sz="800" b="1" dirty="0">
              <a:solidFill>
                <a:schemeClr val="bg1"/>
              </a:solidFill>
            </a:rPr>
            <a:t>Maintenance. Engr</a:t>
          </a:r>
        </a:p>
      </dgm:t>
    </dgm:pt>
    <dgm:pt modelId="{6D9C5DDF-DE66-4C42-A536-05E7AEA7ABF7}" type="parTrans" cxnId="{6AE88BF9-08A5-4B95-856C-F0E098933C80}">
      <dgm:prSet/>
      <dgm:spPr/>
      <dgm:t>
        <a:bodyPr/>
        <a:lstStyle/>
        <a:p>
          <a:endParaRPr lang="en-US" sz="1050"/>
        </a:p>
      </dgm:t>
    </dgm:pt>
    <dgm:pt modelId="{9A27226C-6AEA-4E2B-9847-55CCFFC92601}" type="sibTrans" cxnId="{6AE88BF9-08A5-4B95-856C-F0E098933C80}">
      <dgm:prSet/>
      <dgm:spPr/>
      <dgm:t>
        <a:bodyPr/>
        <a:lstStyle/>
        <a:p>
          <a:endParaRPr lang="en-US"/>
        </a:p>
      </dgm:t>
    </dgm:pt>
    <dgm:pt modelId="{367CEC38-4A93-474B-89E4-E23B65C33FA4}">
      <dgm:prSet phldrT="[Text]" custT="1"/>
      <dgm:spPr>
        <a:solidFill>
          <a:srgbClr val="FFFF00"/>
        </a:solidFill>
      </dgm:spPr>
      <dgm:t>
        <a:bodyPr/>
        <a:lstStyle/>
        <a:p>
          <a:pPr algn="ctr">
            <a:spcAft>
              <a:spcPct val="35000"/>
            </a:spcAft>
            <a:buFont typeface="Arial" panose="020B0604020202020204" pitchFamily="34" charset="0"/>
            <a:buNone/>
          </a:pPr>
          <a:endParaRPr lang="en-US" sz="800" dirty="0">
            <a:solidFill>
              <a:schemeClr val="tx1"/>
            </a:solidFill>
          </a:endParaRPr>
        </a:p>
        <a:p>
          <a:pPr algn="ctr">
            <a:spcAft>
              <a:spcPct val="35000"/>
            </a:spcAft>
            <a:buFont typeface="Arial" panose="020B0604020202020204" pitchFamily="34" charset="0"/>
            <a:buNone/>
          </a:pPr>
          <a:endParaRPr lang="en-US" sz="800" b="0" dirty="0">
            <a:solidFill>
              <a:schemeClr val="tx1"/>
            </a:solidFill>
          </a:endParaRPr>
        </a:p>
        <a:p>
          <a:pPr algn="ctr">
            <a:spcAft>
              <a:spcPts val="0"/>
            </a:spcAft>
            <a:buFont typeface="Arial" panose="020B0604020202020204" pitchFamily="34" charset="0"/>
            <a:buNone/>
          </a:pPr>
          <a:endParaRPr lang="en-US" sz="800" b="0" dirty="0">
            <a:solidFill>
              <a:schemeClr val="tx1"/>
            </a:solidFill>
          </a:endParaRPr>
        </a:p>
        <a:p>
          <a:pPr algn="ctr"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dirty="0">
              <a:solidFill>
                <a:schemeClr val="tx1"/>
              </a:solidFill>
            </a:rPr>
            <a:t>Taras Kharlamov</a:t>
          </a:r>
        </a:p>
        <a:p>
          <a:pPr algn="ctr"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dirty="0">
              <a:solidFill>
                <a:schemeClr val="tx1"/>
              </a:solidFill>
            </a:rPr>
            <a:t>Azamat Khasanov</a:t>
          </a:r>
        </a:p>
        <a:p>
          <a:pPr algn="ctr"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dirty="0" err="1">
              <a:solidFill>
                <a:schemeClr val="tx1"/>
              </a:solidFill>
            </a:rPr>
            <a:t>Bahadir</a:t>
          </a:r>
          <a:r>
            <a:rPr lang="en-US" sz="800" b="0" dirty="0">
              <a:solidFill>
                <a:schemeClr val="tx1"/>
              </a:solidFill>
            </a:rPr>
            <a:t> Ismailov</a:t>
          </a:r>
        </a:p>
        <a:p>
          <a:pPr algn="ctr"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1" dirty="0">
              <a:solidFill>
                <a:schemeClr val="tx1"/>
              </a:solidFill>
            </a:rPr>
            <a:t>Safety Captains</a:t>
          </a:r>
          <a:endParaRPr lang="en-US" sz="800" b="0" dirty="0">
            <a:solidFill>
              <a:schemeClr val="tx1"/>
            </a:solidFill>
          </a:endParaRPr>
        </a:p>
        <a:p>
          <a:pPr algn="ctr">
            <a:spcAft>
              <a:spcPct val="35000"/>
            </a:spcAft>
            <a:buFont typeface="Arial" panose="020B0604020202020204" pitchFamily="34" charset="0"/>
            <a:buNone/>
          </a:pPr>
          <a:endParaRPr lang="en-US" sz="800" b="0" dirty="0">
            <a:solidFill>
              <a:schemeClr val="tx1"/>
            </a:solidFill>
          </a:endParaRPr>
        </a:p>
        <a:p>
          <a:pPr algn="ctr">
            <a:spcAft>
              <a:spcPct val="35000"/>
            </a:spcAft>
            <a:buFont typeface="Arial" panose="020B0604020202020204" pitchFamily="34" charset="0"/>
            <a:buNone/>
          </a:pPr>
          <a:endParaRPr lang="en-US" sz="800" b="1" dirty="0">
            <a:solidFill>
              <a:schemeClr val="tx1"/>
            </a:solidFill>
          </a:endParaRPr>
        </a:p>
        <a:p>
          <a:pPr algn="ctr">
            <a:spcAft>
              <a:spcPct val="35000"/>
            </a:spcAft>
            <a:buFont typeface="Arial" panose="020B0604020202020204" pitchFamily="34" charset="0"/>
            <a:buNone/>
          </a:pPr>
          <a:endParaRPr lang="en-US" sz="800" b="1" dirty="0">
            <a:solidFill>
              <a:schemeClr val="tx1"/>
            </a:solidFill>
          </a:endParaRPr>
        </a:p>
      </dgm:t>
    </dgm:pt>
    <dgm:pt modelId="{E0508F23-20FE-4D71-849A-DC3208C431C6}" type="parTrans" cxnId="{0FAF1EB4-9DF9-4291-A8DA-17B5545271DE}">
      <dgm:prSet/>
      <dgm:spPr/>
      <dgm:t>
        <a:bodyPr/>
        <a:lstStyle/>
        <a:p>
          <a:endParaRPr lang="en-US" sz="1050"/>
        </a:p>
      </dgm:t>
    </dgm:pt>
    <dgm:pt modelId="{BCD08D34-6DAE-46FB-8C27-C68AB52FD2F4}" type="sibTrans" cxnId="{0FAF1EB4-9DF9-4291-A8DA-17B5545271DE}">
      <dgm:prSet/>
      <dgm:spPr/>
      <dgm:t>
        <a:bodyPr/>
        <a:lstStyle/>
        <a:p>
          <a:endParaRPr lang="en-US"/>
        </a:p>
      </dgm:t>
    </dgm:pt>
    <dgm:pt modelId="{59B96C51-EA9E-47C4-93DD-3380151EB618}">
      <dgm:prSet phldrT="[Text]"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800" b="0" dirty="0">
              <a:solidFill>
                <a:schemeClr val="tx1"/>
              </a:solidFill>
            </a:rPr>
            <a:t>Gulnoza Abdurazakova</a:t>
          </a:r>
        </a:p>
        <a:p>
          <a:pPr algn="ctr">
            <a:buFont typeface="Arial" panose="020B0604020202020204" pitchFamily="34" charset="0"/>
            <a:buNone/>
          </a:pPr>
          <a:r>
            <a:rPr lang="en-US" sz="800" b="1" dirty="0">
              <a:solidFill>
                <a:schemeClr val="tx1"/>
              </a:solidFill>
            </a:rPr>
            <a:t>Quality Engr</a:t>
          </a:r>
        </a:p>
      </dgm:t>
    </dgm:pt>
    <dgm:pt modelId="{1D46BFA0-F9B1-44CD-891B-9BA2AF59F9EF}" type="parTrans" cxnId="{C3FFE69B-47B1-4CF3-A236-CCC54CD45B0D}">
      <dgm:prSet/>
      <dgm:spPr/>
      <dgm:t>
        <a:bodyPr/>
        <a:lstStyle/>
        <a:p>
          <a:endParaRPr lang="en-US"/>
        </a:p>
      </dgm:t>
    </dgm:pt>
    <dgm:pt modelId="{6B93DDD7-C21B-41B5-AC2C-4440D1C75CCF}" type="sibTrans" cxnId="{C3FFE69B-47B1-4CF3-A236-CCC54CD45B0D}">
      <dgm:prSet/>
      <dgm:spPr/>
      <dgm:t>
        <a:bodyPr/>
        <a:lstStyle/>
        <a:p>
          <a:endParaRPr lang="en-US"/>
        </a:p>
      </dgm:t>
    </dgm:pt>
    <dgm:pt modelId="{3430ECE8-3402-46DB-B83C-E84C36BF7051}">
      <dgm:prSet phldrT="[Text]" custT="1"/>
      <dgm:spPr>
        <a:solidFill>
          <a:schemeClr val="accent1"/>
        </a:solidFill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800" b="0" dirty="0">
              <a:solidFill>
                <a:schemeClr val="tx1"/>
              </a:solidFill>
            </a:rPr>
            <a:t>Munis Kurbonov, </a:t>
          </a:r>
          <a:r>
            <a:rPr lang="en-US" sz="800" b="0" dirty="0" err="1">
              <a:solidFill>
                <a:schemeClr val="tx1"/>
              </a:solidFill>
            </a:rPr>
            <a:t>Nurmuhammad</a:t>
          </a:r>
          <a:r>
            <a:rPr lang="en-US" sz="800" b="0" dirty="0">
              <a:solidFill>
                <a:schemeClr val="tx1"/>
              </a:solidFill>
            </a:rPr>
            <a:t> </a:t>
          </a:r>
          <a:r>
            <a:rPr lang="en-US" sz="800" b="0" dirty="0" err="1">
              <a:solidFill>
                <a:schemeClr val="tx1"/>
              </a:solidFill>
            </a:rPr>
            <a:t>Razzokov</a:t>
          </a:r>
          <a:endParaRPr lang="en-US" sz="800" b="0" dirty="0">
            <a:solidFill>
              <a:schemeClr val="tx1"/>
            </a:solidFill>
          </a:endParaRPr>
        </a:p>
        <a:p>
          <a:pPr algn="ctr">
            <a:buFont typeface="Arial" panose="020B0604020202020204" pitchFamily="34" charset="0"/>
            <a:buNone/>
          </a:pPr>
          <a:r>
            <a:rPr lang="en-US" sz="800" b="1" dirty="0">
              <a:solidFill>
                <a:schemeClr val="tx1"/>
              </a:solidFill>
            </a:rPr>
            <a:t>Production </a:t>
          </a:r>
          <a:r>
            <a:rPr lang="en-US" sz="800" b="1" dirty="0" err="1">
              <a:solidFill>
                <a:schemeClr val="tx1"/>
              </a:solidFill>
            </a:rPr>
            <a:t>Engrs</a:t>
          </a:r>
          <a:endParaRPr lang="en-US" sz="800" b="1" dirty="0">
            <a:solidFill>
              <a:schemeClr val="tx1"/>
            </a:solidFill>
          </a:endParaRPr>
        </a:p>
      </dgm:t>
    </dgm:pt>
    <dgm:pt modelId="{153DC968-E99A-4C34-938E-CA45C68DF7A1}" type="parTrans" cxnId="{C794D4B7-006D-4F63-AB1C-691CFFCD176E}">
      <dgm:prSet/>
      <dgm:spPr/>
      <dgm:t>
        <a:bodyPr/>
        <a:lstStyle/>
        <a:p>
          <a:endParaRPr lang="en-US"/>
        </a:p>
      </dgm:t>
    </dgm:pt>
    <dgm:pt modelId="{11055382-618A-4614-BDCA-018AEEF12EB8}" type="sibTrans" cxnId="{C794D4B7-006D-4F63-AB1C-691CFFCD176E}">
      <dgm:prSet/>
      <dgm:spPr/>
      <dgm:t>
        <a:bodyPr/>
        <a:lstStyle/>
        <a:p>
          <a:endParaRPr lang="en-US"/>
        </a:p>
      </dgm:t>
    </dgm:pt>
    <dgm:pt modelId="{5FF87A77-2510-49F8-BB8A-79013A5187EF}">
      <dgm:prSet phldrT="[Text]" custT="1"/>
      <dgm:spPr>
        <a:solidFill>
          <a:schemeClr val="accent1"/>
        </a:solidFill>
      </dgm:spPr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800" b="0" dirty="0">
              <a:solidFill>
                <a:schemeClr val="tx1"/>
              </a:solidFill>
            </a:rPr>
            <a:t>Iskandar </a:t>
          </a:r>
          <a:r>
            <a:rPr lang="en-US" sz="800" b="0" dirty="0" err="1">
              <a:solidFill>
                <a:schemeClr val="tx1"/>
              </a:solidFill>
            </a:rPr>
            <a:t>Ahmedjanov</a:t>
          </a:r>
          <a:endParaRPr lang="en-US" sz="800" b="0" dirty="0">
            <a:solidFill>
              <a:schemeClr val="tx1"/>
            </a:solidFill>
          </a:endParaRPr>
        </a:p>
        <a:p>
          <a:pPr algn="ctr">
            <a:buFont typeface="Arial" panose="020B0604020202020204" pitchFamily="34" charset="0"/>
            <a:buNone/>
          </a:pPr>
          <a:r>
            <a:rPr lang="en-US" sz="800" b="1" dirty="0">
              <a:solidFill>
                <a:schemeClr val="tx1"/>
              </a:solidFill>
            </a:rPr>
            <a:t>Supervisor of administration</a:t>
          </a:r>
        </a:p>
      </dgm:t>
    </dgm:pt>
    <dgm:pt modelId="{79AFD07F-7E82-4C94-8F8B-25164C043883}" type="parTrans" cxnId="{8019AA94-FBDC-45A4-9E65-32EDFCA32481}">
      <dgm:prSet/>
      <dgm:spPr/>
      <dgm:t>
        <a:bodyPr/>
        <a:lstStyle/>
        <a:p>
          <a:endParaRPr lang="en-US"/>
        </a:p>
      </dgm:t>
    </dgm:pt>
    <dgm:pt modelId="{2B3459F9-1DD6-4AB9-85D4-CB14FE248F4B}" type="sibTrans" cxnId="{8019AA94-FBDC-45A4-9E65-32EDFCA32481}">
      <dgm:prSet/>
      <dgm:spPr/>
      <dgm:t>
        <a:bodyPr/>
        <a:lstStyle/>
        <a:p>
          <a:endParaRPr lang="en-US"/>
        </a:p>
      </dgm:t>
    </dgm:pt>
    <dgm:pt modelId="{0731DD25-3B1C-45D9-8528-E25034311FC5}" type="pres">
      <dgm:prSet presAssocID="{D49CD356-DEAE-40CA-8494-7B9DC1AC1A9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2306C09-4FC6-48B6-B946-2EFAAFFF970C}" type="pres">
      <dgm:prSet presAssocID="{BC505999-6A9B-46BF-8835-FC9E3D008AFE}" presName="hierRoot1" presStyleCnt="0">
        <dgm:presLayoutVars>
          <dgm:hierBranch val="init"/>
        </dgm:presLayoutVars>
      </dgm:prSet>
      <dgm:spPr/>
    </dgm:pt>
    <dgm:pt modelId="{E792A144-6011-4425-90F9-4B3FE5776528}" type="pres">
      <dgm:prSet presAssocID="{BC505999-6A9B-46BF-8835-FC9E3D008AFE}" presName="rootComposite1" presStyleCnt="0"/>
      <dgm:spPr/>
    </dgm:pt>
    <dgm:pt modelId="{A7859BAC-F35E-49D4-B968-B16161866007}" type="pres">
      <dgm:prSet presAssocID="{BC505999-6A9B-46BF-8835-FC9E3D008AFE}" presName="rootText1" presStyleLbl="node0" presStyleIdx="0" presStyleCnt="1" custScaleX="224357" custScaleY="206452" custLinFactNeighborX="-35276" custLinFactNeighborY="-15253">
        <dgm:presLayoutVars>
          <dgm:chPref val="3"/>
        </dgm:presLayoutVars>
      </dgm:prSet>
      <dgm:spPr/>
    </dgm:pt>
    <dgm:pt modelId="{59D7901E-B3B3-4CF3-85FD-66748E4D9B41}" type="pres">
      <dgm:prSet presAssocID="{BC505999-6A9B-46BF-8835-FC9E3D008AFE}" presName="rootConnector1" presStyleLbl="node1" presStyleIdx="0" presStyleCnt="0"/>
      <dgm:spPr/>
    </dgm:pt>
    <dgm:pt modelId="{D1727948-BCB7-4EFA-A86B-27EC888AD803}" type="pres">
      <dgm:prSet presAssocID="{BC505999-6A9B-46BF-8835-FC9E3D008AFE}" presName="hierChild2" presStyleCnt="0"/>
      <dgm:spPr/>
    </dgm:pt>
    <dgm:pt modelId="{0CD3A0E9-2800-4D21-A716-3FE2723E521B}" type="pres">
      <dgm:prSet presAssocID="{4053E8EB-03AB-4023-A6B0-E1588895AA34}" presName="Name37" presStyleLbl="parChTrans1D2" presStyleIdx="0" presStyleCnt="11"/>
      <dgm:spPr/>
    </dgm:pt>
    <dgm:pt modelId="{B7E9E997-3A55-47A5-BE7E-624B62BA5BE5}" type="pres">
      <dgm:prSet presAssocID="{EDA5D6F2-D5E0-48E1-AE73-D5C9EF569338}" presName="hierRoot2" presStyleCnt="0">
        <dgm:presLayoutVars>
          <dgm:hierBranch val="init"/>
        </dgm:presLayoutVars>
      </dgm:prSet>
      <dgm:spPr/>
    </dgm:pt>
    <dgm:pt modelId="{F62F449B-7D9D-4967-951D-044EEC06AEE1}" type="pres">
      <dgm:prSet presAssocID="{EDA5D6F2-D5E0-48E1-AE73-D5C9EF569338}" presName="rootComposite" presStyleCnt="0"/>
      <dgm:spPr/>
    </dgm:pt>
    <dgm:pt modelId="{56A2E191-DF2E-4726-9AA4-91721EA03B4D}" type="pres">
      <dgm:prSet presAssocID="{EDA5D6F2-D5E0-48E1-AE73-D5C9EF569338}" presName="rootText" presStyleLbl="node2" presStyleIdx="0" presStyleCnt="11" custScaleX="123321" custScaleY="319835">
        <dgm:presLayoutVars>
          <dgm:chPref val="3"/>
        </dgm:presLayoutVars>
      </dgm:prSet>
      <dgm:spPr/>
    </dgm:pt>
    <dgm:pt modelId="{6906BC86-B4BE-4101-B671-B4362F990527}" type="pres">
      <dgm:prSet presAssocID="{EDA5D6F2-D5E0-48E1-AE73-D5C9EF569338}" presName="rootConnector" presStyleLbl="node2" presStyleIdx="0" presStyleCnt="11"/>
      <dgm:spPr/>
    </dgm:pt>
    <dgm:pt modelId="{5620613D-E166-49B1-90ED-36376D2425F0}" type="pres">
      <dgm:prSet presAssocID="{EDA5D6F2-D5E0-48E1-AE73-D5C9EF569338}" presName="hierChild4" presStyleCnt="0"/>
      <dgm:spPr/>
    </dgm:pt>
    <dgm:pt modelId="{D91EEC51-262F-4E19-A6C2-10858438776D}" type="pres">
      <dgm:prSet presAssocID="{EDA5D6F2-D5E0-48E1-AE73-D5C9EF569338}" presName="hierChild5" presStyleCnt="0"/>
      <dgm:spPr/>
    </dgm:pt>
    <dgm:pt modelId="{D360C9A4-98DB-4120-A48A-9DD4F596659B}" type="pres">
      <dgm:prSet presAssocID="{7FFF2860-12B8-484D-AFCB-399ECF051CA2}" presName="Name37" presStyleLbl="parChTrans1D2" presStyleIdx="1" presStyleCnt="11"/>
      <dgm:spPr/>
    </dgm:pt>
    <dgm:pt modelId="{99027F18-BB6B-4C13-82CB-E6534CD3F92E}" type="pres">
      <dgm:prSet presAssocID="{8D1AFE6B-2814-47AB-8BC2-43443C8D8748}" presName="hierRoot2" presStyleCnt="0">
        <dgm:presLayoutVars>
          <dgm:hierBranch val="init"/>
        </dgm:presLayoutVars>
      </dgm:prSet>
      <dgm:spPr/>
    </dgm:pt>
    <dgm:pt modelId="{4AC34013-2C43-4A58-BF5E-D092232BA63C}" type="pres">
      <dgm:prSet presAssocID="{8D1AFE6B-2814-47AB-8BC2-43443C8D8748}" presName="rootComposite" presStyleCnt="0"/>
      <dgm:spPr/>
    </dgm:pt>
    <dgm:pt modelId="{6C002600-55FC-4008-A151-9F252F1CDDCF}" type="pres">
      <dgm:prSet presAssocID="{8D1AFE6B-2814-47AB-8BC2-43443C8D8748}" presName="rootText" presStyleLbl="node2" presStyleIdx="1" presStyleCnt="11" custScaleX="117532" custScaleY="319780">
        <dgm:presLayoutVars>
          <dgm:chPref val="3"/>
        </dgm:presLayoutVars>
      </dgm:prSet>
      <dgm:spPr/>
    </dgm:pt>
    <dgm:pt modelId="{418459F0-0FA4-4AA5-81F4-B1AA866FEFEE}" type="pres">
      <dgm:prSet presAssocID="{8D1AFE6B-2814-47AB-8BC2-43443C8D8748}" presName="rootConnector" presStyleLbl="node2" presStyleIdx="1" presStyleCnt="11"/>
      <dgm:spPr/>
    </dgm:pt>
    <dgm:pt modelId="{8557C56F-9745-420B-A249-5525BECFB5DD}" type="pres">
      <dgm:prSet presAssocID="{8D1AFE6B-2814-47AB-8BC2-43443C8D8748}" presName="hierChild4" presStyleCnt="0"/>
      <dgm:spPr/>
    </dgm:pt>
    <dgm:pt modelId="{AB8EBC84-862A-41FA-827E-378221CBC8A2}" type="pres">
      <dgm:prSet presAssocID="{8D1AFE6B-2814-47AB-8BC2-43443C8D8748}" presName="hierChild5" presStyleCnt="0"/>
      <dgm:spPr/>
    </dgm:pt>
    <dgm:pt modelId="{4903DDC3-CDA6-4736-92F1-5C9669DF8906}" type="pres">
      <dgm:prSet presAssocID="{589B93DC-2BEF-486F-A4EC-4BF99327A94B}" presName="Name37" presStyleLbl="parChTrans1D2" presStyleIdx="2" presStyleCnt="11"/>
      <dgm:spPr/>
    </dgm:pt>
    <dgm:pt modelId="{762E72C3-F7CA-40A8-8E9D-EDD2EA86A290}" type="pres">
      <dgm:prSet presAssocID="{8EE4D7B7-2253-42DE-9660-F37F4E1914D2}" presName="hierRoot2" presStyleCnt="0">
        <dgm:presLayoutVars>
          <dgm:hierBranch val="init"/>
        </dgm:presLayoutVars>
      </dgm:prSet>
      <dgm:spPr/>
    </dgm:pt>
    <dgm:pt modelId="{2C90BADE-07F2-4C8C-ADA7-7A2354127548}" type="pres">
      <dgm:prSet presAssocID="{8EE4D7B7-2253-42DE-9660-F37F4E1914D2}" presName="rootComposite" presStyleCnt="0"/>
      <dgm:spPr/>
    </dgm:pt>
    <dgm:pt modelId="{DF9B2AA6-C348-4A4D-B10B-4B48435ED51E}" type="pres">
      <dgm:prSet presAssocID="{8EE4D7B7-2253-42DE-9660-F37F4E1914D2}" presName="rootText" presStyleLbl="node2" presStyleIdx="2" presStyleCnt="11" custScaleX="111740" custScaleY="320599">
        <dgm:presLayoutVars>
          <dgm:chPref val="3"/>
        </dgm:presLayoutVars>
      </dgm:prSet>
      <dgm:spPr/>
    </dgm:pt>
    <dgm:pt modelId="{D759064B-2366-4321-B606-D2B8C793B211}" type="pres">
      <dgm:prSet presAssocID="{8EE4D7B7-2253-42DE-9660-F37F4E1914D2}" presName="rootConnector" presStyleLbl="node2" presStyleIdx="2" presStyleCnt="11"/>
      <dgm:spPr/>
    </dgm:pt>
    <dgm:pt modelId="{3A79BB94-9374-4FDB-B127-D30A7890638B}" type="pres">
      <dgm:prSet presAssocID="{8EE4D7B7-2253-42DE-9660-F37F4E1914D2}" presName="hierChild4" presStyleCnt="0"/>
      <dgm:spPr/>
    </dgm:pt>
    <dgm:pt modelId="{410D6970-4625-4AF8-B40A-382B858F6BAB}" type="pres">
      <dgm:prSet presAssocID="{8EE4D7B7-2253-42DE-9660-F37F4E1914D2}" presName="hierChild5" presStyleCnt="0"/>
      <dgm:spPr/>
    </dgm:pt>
    <dgm:pt modelId="{C9E77AB5-7238-41C5-B406-81255BC97DEC}" type="pres">
      <dgm:prSet presAssocID="{12AD7ABC-492B-420B-80A0-927B9E67D76F}" presName="Name37" presStyleLbl="parChTrans1D2" presStyleIdx="3" presStyleCnt="11"/>
      <dgm:spPr/>
    </dgm:pt>
    <dgm:pt modelId="{543DEFAA-AC48-4085-BCA0-9332C2F0DCD8}" type="pres">
      <dgm:prSet presAssocID="{8ECC36EF-0F0D-481B-87A5-50AD7401777D}" presName="hierRoot2" presStyleCnt="0">
        <dgm:presLayoutVars>
          <dgm:hierBranch val="init"/>
        </dgm:presLayoutVars>
      </dgm:prSet>
      <dgm:spPr/>
    </dgm:pt>
    <dgm:pt modelId="{65E7060A-8BF9-4D8F-A512-92924B5732BC}" type="pres">
      <dgm:prSet presAssocID="{8ECC36EF-0F0D-481B-87A5-50AD7401777D}" presName="rootComposite" presStyleCnt="0"/>
      <dgm:spPr/>
    </dgm:pt>
    <dgm:pt modelId="{9BCDF3CE-63D2-458D-B598-D9BA07C8F013}" type="pres">
      <dgm:prSet presAssocID="{8ECC36EF-0F0D-481B-87A5-50AD7401777D}" presName="rootText" presStyleLbl="node2" presStyleIdx="3" presStyleCnt="11" custScaleX="111724" custScaleY="320599" custLinFactNeighborX="5249">
        <dgm:presLayoutVars>
          <dgm:chPref val="3"/>
        </dgm:presLayoutVars>
      </dgm:prSet>
      <dgm:spPr/>
    </dgm:pt>
    <dgm:pt modelId="{6A3548EC-6937-49ED-BA95-EBF3398F0759}" type="pres">
      <dgm:prSet presAssocID="{8ECC36EF-0F0D-481B-87A5-50AD7401777D}" presName="rootConnector" presStyleLbl="node2" presStyleIdx="3" presStyleCnt="11"/>
      <dgm:spPr/>
    </dgm:pt>
    <dgm:pt modelId="{B9707E7D-CB73-4556-9982-23A526EB2D9C}" type="pres">
      <dgm:prSet presAssocID="{8ECC36EF-0F0D-481B-87A5-50AD7401777D}" presName="hierChild4" presStyleCnt="0"/>
      <dgm:spPr/>
    </dgm:pt>
    <dgm:pt modelId="{08DC120A-1463-440A-9E3D-E12C8B0F8FAB}" type="pres">
      <dgm:prSet presAssocID="{8ECC36EF-0F0D-481B-87A5-50AD7401777D}" presName="hierChild5" presStyleCnt="0"/>
      <dgm:spPr/>
    </dgm:pt>
    <dgm:pt modelId="{C6A9BC94-EEBE-4A14-8FBC-EBEA62C30F08}" type="pres">
      <dgm:prSet presAssocID="{F3C170A3-BE82-470C-9CFA-A3B38D64404A}" presName="Name37" presStyleLbl="parChTrans1D2" presStyleIdx="4" presStyleCnt="11"/>
      <dgm:spPr/>
    </dgm:pt>
    <dgm:pt modelId="{A2A64A78-964A-456B-B0EF-C720567B031E}" type="pres">
      <dgm:prSet presAssocID="{FCDFF4BD-9664-4D3E-8BA4-0156D57F2D41}" presName="hierRoot2" presStyleCnt="0">
        <dgm:presLayoutVars>
          <dgm:hierBranch val="init"/>
        </dgm:presLayoutVars>
      </dgm:prSet>
      <dgm:spPr/>
    </dgm:pt>
    <dgm:pt modelId="{CFF31F1C-E8C7-4DE1-876E-EC1E20B4D071}" type="pres">
      <dgm:prSet presAssocID="{FCDFF4BD-9664-4D3E-8BA4-0156D57F2D41}" presName="rootComposite" presStyleCnt="0"/>
      <dgm:spPr/>
    </dgm:pt>
    <dgm:pt modelId="{CCD2B52B-BC68-4126-8C78-AACBEAAF6CE9}" type="pres">
      <dgm:prSet presAssocID="{FCDFF4BD-9664-4D3E-8BA4-0156D57F2D41}" presName="rootText" presStyleLbl="node2" presStyleIdx="4" presStyleCnt="11" custScaleX="111926" custScaleY="320599">
        <dgm:presLayoutVars>
          <dgm:chPref val="3"/>
        </dgm:presLayoutVars>
      </dgm:prSet>
      <dgm:spPr/>
    </dgm:pt>
    <dgm:pt modelId="{8F912C8F-7DE9-43BC-B4C5-F6E8180DC897}" type="pres">
      <dgm:prSet presAssocID="{FCDFF4BD-9664-4D3E-8BA4-0156D57F2D41}" presName="rootConnector" presStyleLbl="node2" presStyleIdx="4" presStyleCnt="11"/>
      <dgm:spPr/>
    </dgm:pt>
    <dgm:pt modelId="{4FC6AB65-F51E-4C45-B446-EFE9066D91C9}" type="pres">
      <dgm:prSet presAssocID="{FCDFF4BD-9664-4D3E-8BA4-0156D57F2D41}" presName="hierChild4" presStyleCnt="0"/>
      <dgm:spPr/>
    </dgm:pt>
    <dgm:pt modelId="{672B4E83-5E26-4B58-BC1B-5FB75FB4358F}" type="pres">
      <dgm:prSet presAssocID="{FCDFF4BD-9664-4D3E-8BA4-0156D57F2D41}" presName="hierChild5" presStyleCnt="0"/>
      <dgm:spPr/>
    </dgm:pt>
    <dgm:pt modelId="{0C2636FF-AD47-4C76-8CC3-55CFB9EAAB88}" type="pres">
      <dgm:prSet presAssocID="{7539C991-1735-4F69-A091-C81FA6E7656D}" presName="Name37" presStyleLbl="parChTrans1D2" presStyleIdx="5" presStyleCnt="11"/>
      <dgm:spPr/>
    </dgm:pt>
    <dgm:pt modelId="{92FB01A6-3ED6-4D2D-878A-B5BE9E55FD32}" type="pres">
      <dgm:prSet presAssocID="{E6DC9C16-43A1-4289-A231-DF25E7D38E9D}" presName="hierRoot2" presStyleCnt="0">
        <dgm:presLayoutVars>
          <dgm:hierBranch val="init"/>
        </dgm:presLayoutVars>
      </dgm:prSet>
      <dgm:spPr/>
    </dgm:pt>
    <dgm:pt modelId="{857B0F79-9907-44D5-8C1B-13FF8FF2F31C}" type="pres">
      <dgm:prSet presAssocID="{E6DC9C16-43A1-4289-A231-DF25E7D38E9D}" presName="rootComposite" presStyleCnt="0"/>
      <dgm:spPr/>
    </dgm:pt>
    <dgm:pt modelId="{93330B6D-EB7E-4DD6-9D90-949B45A65C04}" type="pres">
      <dgm:prSet presAssocID="{E6DC9C16-43A1-4289-A231-DF25E7D38E9D}" presName="rootText" presStyleLbl="node2" presStyleIdx="5" presStyleCnt="11" custScaleX="111926" custScaleY="320566">
        <dgm:presLayoutVars>
          <dgm:chPref val="3"/>
        </dgm:presLayoutVars>
      </dgm:prSet>
      <dgm:spPr/>
    </dgm:pt>
    <dgm:pt modelId="{C2589E46-7DD0-4ACE-BD81-0A087C823665}" type="pres">
      <dgm:prSet presAssocID="{E6DC9C16-43A1-4289-A231-DF25E7D38E9D}" presName="rootConnector" presStyleLbl="node2" presStyleIdx="5" presStyleCnt="11"/>
      <dgm:spPr/>
    </dgm:pt>
    <dgm:pt modelId="{A7FEC4EB-32C6-4CAD-88FE-12EF43601D86}" type="pres">
      <dgm:prSet presAssocID="{E6DC9C16-43A1-4289-A231-DF25E7D38E9D}" presName="hierChild4" presStyleCnt="0"/>
      <dgm:spPr/>
    </dgm:pt>
    <dgm:pt modelId="{31672A78-B355-439E-9963-9229CB75F4F5}" type="pres">
      <dgm:prSet presAssocID="{E6DC9C16-43A1-4289-A231-DF25E7D38E9D}" presName="hierChild5" presStyleCnt="0"/>
      <dgm:spPr/>
    </dgm:pt>
    <dgm:pt modelId="{5ED04254-00C6-4432-B4E1-FDE5939F982B}" type="pres">
      <dgm:prSet presAssocID="{6D9C5DDF-DE66-4C42-A536-05E7AEA7ABF7}" presName="Name37" presStyleLbl="parChTrans1D2" presStyleIdx="6" presStyleCnt="11"/>
      <dgm:spPr/>
    </dgm:pt>
    <dgm:pt modelId="{3DF2E250-9A3A-4AD4-9921-9982160E12CE}" type="pres">
      <dgm:prSet presAssocID="{05616AD4-F330-4754-9469-AE9EFEBD7534}" presName="hierRoot2" presStyleCnt="0">
        <dgm:presLayoutVars>
          <dgm:hierBranch val="init"/>
        </dgm:presLayoutVars>
      </dgm:prSet>
      <dgm:spPr/>
    </dgm:pt>
    <dgm:pt modelId="{34C9CE6F-3F5D-42FA-82EB-507E53A20850}" type="pres">
      <dgm:prSet presAssocID="{05616AD4-F330-4754-9469-AE9EFEBD7534}" presName="rootComposite" presStyleCnt="0"/>
      <dgm:spPr/>
    </dgm:pt>
    <dgm:pt modelId="{DB32452D-7687-44EF-BBCB-E4ACD2C3C49F}" type="pres">
      <dgm:prSet presAssocID="{05616AD4-F330-4754-9469-AE9EFEBD7534}" presName="rootText" presStyleLbl="node2" presStyleIdx="6" presStyleCnt="11" custScaleX="115713" custScaleY="321264" custLinFactNeighborX="1830">
        <dgm:presLayoutVars>
          <dgm:chPref val="3"/>
        </dgm:presLayoutVars>
      </dgm:prSet>
      <dgm:spPr/>
    </dgm:pt>
    <dgm:pt modelId="{57182EE3-FA0E-474E-AF15-E7B55B7E5ACE}" type="pres">
      <dgm:prSet presAssocID="{05616AD4-F330-4754-9469-AE9EFEBD7534}" presName="rootConnector" presStyleLbl="node2" presStyleIdx="6" presStyleCnt="11"/>
      <dgm:spPr/>
    </dgm:pt>
    <dgm:pt modelId="{8E6036F3-AB2E-47F2-B14A-2140206BE558}" type="pres">
      <dgm:prSet presAssocID="{05616AD4-F330-4754-9469-AE9EFEBD7534}" presName="hierChild4" presStyleCnt="0"/>
      <dgm:spPr/>
    </dgm:pt>
    <dgm:pt modelId="{462B14EB-99B3-4B4B-81E1-C63D2FA76779}" type="pres">
      <dgm:prSet presAssocID="{05616AD4-F330-4754-9469-AE9EFEBD7534}" presName="hierChild5" presStyleCnt="0"/>
      <dgm:spPr/>
    </dgm:pt>
    <dgm:pt modelId="{990B5403-3AB0-4E12-9DF2-5C2F796CD1C1}" type="pres">
      <dgm:prSet presAssocID="{E0508F23-20FE-4D71-849A-DC3208C431C6}" presName="Name37" presStyleLbl="parChTrans1D2" presStyleIdx="7" presStyleCnt="11"/>
      <dgm:spPr/>
    </dgm:pt>
    <dgm:pt modelId="{F509F68E-E30A-413A-92C1-C28A52893E3B}" type="pres">
      <dgm:prSet presAssocID="{367CEC38-4A93-474B-89E4-E23B65C33FA4}" presName="hierRoot2" presStyleCnt="0">
        <dgm:presLayoutVars>
          <dgm:hierBranch val="init"/>
        </dgm:presLayoutVars>
      </dgm:prSet>
      <dgm:spPr/>
    </dgm:pt>
    <dgm:pt modelId="{A46D66AB-9917-42F4-BE5F-8CE83CEF6710}" type="pres">
      <dgm:prSet presAssocID="{367CEC38-4A93-474B-89E4-E23B65C33FA4}" presName="rootComposite" presStyleCnt="0"/>
      <dgm:spPr/>
    </dgm:pt>
    <dgm:pt modelId="{7AF333C4-A696-4B1E-8D9D-52144977E979}" type="pres">
      <dgm:prSet presAssocID="{367CEC38-4A93-474B-89E4-E23B65C33FA4}" presName="rootText" presStyleLbl="node2" presStyleIdx="7" presStyleCnt="11" custScaleX="121033" custScaleY="317849">
        <dgm:presLayoutVars>
          <dgm:chPref val="3"/>
        </dgm:presLayoutVars>
      </dgm:prSet>
      <dgm:spPr/>
    </dgm:pt>
    <dgm:pt modelId="{B2CA21C3-84B8-4143-B125-BB35515F2FFE}" type="pres">
      <dgm:prSet presAssocID="{367CEC38-4A93-474B-89E4-E23B65C33FA4}" presName="rootConnector" presStyleLbl="node2" presStyleIdx="7" presStyleCnt="11"/>
      <dgm:spPr/>
    </dgm:pt>
    <dgm:pt modelId="{A510389C-8F1B-458A-BFBD-E1AB1F1674F5}" type="pres">
      <dgm:prSet presAssocID="{367CEC38-4A93-474B-89E4-E23B65C33FA4}" presName="hierChild4" presStyleCnt="0"/>
      <dgm:spPr/>
    </dgm:pt>
    <dgm:pt modelId="{8A74F87F-263F-4B31-BF5D-934266F32E43}" type="pres">
      <dgm:prSet presAssocID="{367CEC38-4A93-474B-89E4-E23B65C33FA4}" presName="hierChild5" presStyleCnt="0"/>
      <dgm:spPr/>
    </dgm:pt>
    <dgm:pt modelId="{495E2EA9-382F-4604-AAE4-07232C89ED94}" type="pres">
      <dgm:prSet presAssocID="{1D46BFA0-F9B1-44CD-891B-9BA2AF59F9EF}" presName="Name37" presStyleLbl="parChTrans1D2" presStyleIdx="8" presStyleCnt="11"/>
      <dgm:spPr/>
    </dgm:pt>
    <dgm:pt modelId="{30D544C6-5CA1-47CF-B8D2-85F88315B8AC}" type="pres">
      <dgm:prSet presAssocID="{59B96C51-EA9E-47C4-93DD-3380151EB618}" presName="hierRoot2" presStyleCnt="0">
        <dgm:presLayoutVars>
          <dgm:hierBranch val="init"/>
        </dgm:presLayoutVars>
      </dgm:prSet>
      <dgm:spPr/>
    </dgm:pt>
    <dgm:pt modelId="{06FE242D-36FC-4D6E-90AA-BC35F2F0C745}" type="pres">
      <dgm:prSet presAssocID="{59B96C51-EA9E-47C4-93DD-3380151EB618}" presName="rootComposite" presStyleCnt="0"/>
      <dgm:spPr/>
    </dgm:pt>
    <dgm:pt modelId="{94DD8FAD-1916-4A3C-B2A3-7F0C8E038161}" type="pres">
      <dgm:prSet presAssocID="{59B96C51-EA9E-47C4-93DD-3380151EB618}" presName="rootText" presStyleLbl="node2" presStyleIdx="8" presStyleCnt="11" custScaleX="120456" custScaleY="322305">
        <dgm:presLayoutVars>
          <dgm:chPref val="3"/>
        </dgm:presLayoutVars>
      </dgm:prSet>
      <dgm:spPr/>
    </dgm:pt>
    <dgm:pt modelId="{D0F727D3-C880-479C-9821-C5E0277B604B}" type="pres">
      <dgm:prSet presAssocID="{59B96C51-EA9E-47C4-93DD-3380151EB618}" presName="rootConnector" presStyleLbl="node2" presStyleIdx="8" presStyleCnt="11"/>
      <dgm:spPr/>
    </dgm:pt>
    <dgm:pt modelId="{B4417ACC-179C-4B9D-9FE3-F39A3C54D30A}" type="pres">
      <dgm:prSet presAssocID="{59B96C51-EA9E-47C4-93DD-3380151EB618}" presName="hierChild4" presStyleCnt="0"/>
      <dgm:spPr/>
    </dgm:pt>
    <dgm:pt modelId="{72720546-938F-4FC4-9652-097616FBD58B}" type="pres">
      <dgm:prSet presAssocID="{59B96C51-EA9E-47C4-93DD-3380151EB618}" presName="hierChild5" presStyleCnt="0"/>
      <dgm:spPr/>
    </dgm:pt>
    <dgm:pt modelId="{F2FB75E9-1564-41BC-99BC-AA07DA163214}" type="pres">
      <dgm:prSet presAssocID="{153DC968-E99A-4C34-938E-CA45C68DF7A1}" presName="Name37" presStyleLbl="parChTrans1D2" presStyleIdx="9" presStyleCnt="11"/>
      <dgm:spPr/>
    </dgm:pt>
    <dgm:pt modelId="{8EEF8B6B-F83D-4053-A668-48185C131F8F}" type="pres">
      <dgm:prSet presAssocID="{3430ECE8-3402-46DB-B83C-E84C36BF7051}" presName="hierRoot2" presStyleCnt="0">
        <dgm:presLayoutVars>
          <dgm:hierBranch val="init"/>
        </dgm:presLayoutVars>
      </dgm:prSet>
      <dgm:spPr/>
    </dgm:pt>
    <dgm:pt modelId="{D2610899-9146-4481-9CF9-5462AE68978D}" type="pres">
      <dgm:prSet presAssocID="{3430ECE8-3402-46DB-B83C-E84C36BF7051}" presName="rootComposite" presStyleCnt="0"/>
      <dgm:spPr/>
    </dgm:pt>
    <dgm:pt modelId="{E9FAEAD2-DE09-4F07-AEAD-2EABD394693F}" type="pres">
      <dgm:prSet presAssocID="{3430ECE8-3402-46DB-B83C-E84C36BF7051}" presName="rootText" presStyleLbl="node2" presStyleIdx="9" presStyleCnt="11" custScaleY="331873">
        <dgm:presLayoutVars>
          <dgm:chPref val="3"/>
        </dgm:presLayoutVars>
      </dgm:prSet>
      <dgm:spPr/>
    </dgm:pt>
    <dgm:pt modelId="{2D13B608-A571-43B3-9668-2BF660A88A04}" type="pres">
      <dgm:prSet presAssocID="{3430ECE8-3402-46DB-B83C-E84C36BF7051}" presName="rootConnector" presStyleLbl="node2" presStyleIdx="9" presStyleCnt="11"/>
      <dgm:spPr/>
    </dgm:pt>
    <dgm:pt modelId="{E38AB558-0FFA-4939-9A77-9B43904A76A0}" type="pres">
      <dgm:prSet presAssocID="{3430ECE8-3402-46DB-B83C-E84C36BF7051}" presName="hierChild4" presStyleCnt="0"/>
      <dgm:spPr/>
    </dgm:pt>
    <dgm:pt modelId="{D4124F4C-5D42-47F8-8025-E32E17CAC1BF}" type="pres">
      <dgm:prSet presAssocID="{3430ECE8-3402-46DB-B83C-E84C36BF7051}" presName="hierChild5" presStyleCnt="0"/>
      <dgm:spPr/>
    </dgm:pt>
    <dgm:pt modelId="{5AC7A9D3-87E3-4112-933E-D2A32015C853}" type="pres">
      <dgm:prSet presAssocID="{79AFD07F-7E82-4C94-8F8B-25164C043883}" presName="Name37" presStyleLbl="parChTrans1D2" presStyleIdx="10" presStyleCnt="11"/>
      <dgm:spPr/>
    </dgm:pt>
    <dgm:pt modelId="{E35BEE04-C7B5-4BDB-91A6-72340C46680F}" type="pres">
      <dgm:prSet presAssocID="{5FF87A77-2510-49F8-BB8A-79013A5187EF}" presName="hierRoot2" presStyleCnt="0">
        <dgm:presLayoutVars>
          <dgm:hierBranch val="init"/>
        </dgm:presLayoutVars>
      </dgm:prSet>
      <dgm:spPr/>
    </dgm:pt>
    <dgm:pt modelId="{89423172-D15D-44D9-8450-2A0979F66171}" type="pres">
      <dgm:prSet presAssocID="{5FF87A77-2510-49F8-BB8A-79013A5187EF}" presName="rootComposite" presStyleCnt="0"/>
      <dgm:spPr/>
    </dgm:pt>
    <dgm:pt modelId="{774D7615-AA98-4E30-9133-E130149E5E0E}" type="pres">
      <dgm:prSet presAssocID="{5FF87A77-2510-49F8-BB8A-79013A5187EF}" presName="rootText" presStyleLbl="node2" presStyleIdx="10" presStyleCnt="11" custScaleY="328059">
        <dgm:presLayoutVars>
          <dgm:chPref val="3"/>
        </dgm:presLayoutVars>
      </dgm:prSet>
      <dgm:spPr/>
    </dgm:pt>
    <dgm:pt modelId="{C0A268C9-20CE-4C5E-BB8D-8B6A6F791F8C}" type="pres">
      <dgm:prSet presAssocID="{5FF87A77-2510-49F8-BB8A-79013A5187EF}" presName="rootConnector" presStyleLbl="node2" presStyleIdx="10" presStyleCnt="11"/>
      <dgm:spPr/>
    </dgm:pt>
    <dgm:pt modelId="{CD2D1A48-6359-4F30-B53B-DFBECEF4054B}" type="pres">
      <dgm:prSet presAssocID="{5FF87A77-2510-49F8-BB8A-79013A5187EF}" presName="hierChild4" presStyleCnt="0"/>
      <dgm:spPr/>
    </dgm:pt>
    <dgm:pt modelId="{A5F6D61B-3CB1-4E22-80C9-E79D1E254C7A}" type="pres">
      <dgm:prSet presAssocID="{5FF87A77-2510-49F8-BB8A-79013A5187EF}" presName="hierChild5" presStyleCnt="0"/>
      <dgm:spPr/>
    </dgm:pt>
    <dgm:pt modelId="{5CD7C2D1-F508-4D85-AFD3-D0DE59485CB9}" type="pres">
      <dgm:prSet presAssocID="{BC505999-6A9B-46BF-8835-FC9E3D008AFE}" presName="hierChild3" presStyleCnt="0"/>
      <dgm:spPr/>
    </dgm:pt>
  </dgm:ptLst>
  <dgm:cxnLst>
    <dgm:cxn modelId="{D8974300-20D9-4FDB-8B3F-765D77E44A80}" type="presOf" srcId="{E6DC9C16-43A1-4289-A231-DF25E7D38E9D}" destId="{93330B6D-EB7E-4DD6-9D90-949B45A65C04}" srcOrd="0" destOrd="0" presId="urn:microsoft.com/office/officeart/2005/8/layout/orgChart1"/>
    <dgm:cxn modelId="{A0370603-0F12-4C2D-B4DF-141F526F4A00}" type="presOf" srcId="{367CEC38-4A93-474B-89E4-E23B65C33FA4}" destId="{7AF333C4-A696-4B1E-8D9D-52144977E979}" srcOrd="0" destOrd="0" presId="urn:microsoft.com/office/officeart/2005/8/layout/orgChart1"/>
    <dgm:cxn modelId="{29C9430B-5147-4892-BBD5-BB975D18C44E}" type="presOf" srcId="{5FF87A77-2510-49F8-BB8A-79013A5187EF}" destId="{774D7615-AA98-4E30-9133-E130149E5E0E}" srcOrd="0" destOrd="0" presId="urn:microsoft.com/office/officeart/2005/8/layout/orgChart1"/>
    <dgm:cxn modelId="{76291910-7A4D-4F04-B639-2A62FD179715}" type="presOf" srcId="{3430ECE8-3402-46DB-B83C-E84C36BF7051}" destId="{2D13B608-A571-43B3-9668-2BF660A88A04}" srcOrd="1" destOrd="0" presId="urn:microsoft.com/office/officeart/2005/8/layout/orgChart1"/>
    <dgm:cxn modelId="{54562E13-E5AD-4B1B-BDC4-4BB052BAC966}" type="presOf" srcId="{589B93DC-2BEF-486F-A4EC-4BF99327A94B}" destId="{4903DDC3-CDA6-4736-92F1-5C9669DF8906}" srcOrd="0" destOrd="0" presId="urn:microsoft.com/office/officeart/2005/8/layout/orgChart1"/>
    <dgm:cxn modelId="{4D5D201C-CAFB-40DB-A942-C36E0916A53B}" type="presOf" srcId="{3430ECE8-3402-46DB-B83C-E84C36BF7051}" destId="{E9FAEAD2-DE09-4F07-AEAD-2EABD394693F}" srcOrd="0" destOrd="0" presId="urn:microsoft.com/office/officeart/2005/8/layout/orgChart1"/>
    <dgm:cxn modelId="{DCAF1D20-55A4-408B-B1A3-9E40821FDAEA}" type="presOf" srcId="{153DC968-E99A-4C34-938E-CA45C68DF7A1}" destId="{F2FB75E9-1564-41BC-99BC-AA07DA163214}" srcOrd="0" destOrd="0" presId="urn:microsoft.com/office/officeart/2005/8/layout/orgChart1"/>
    <dgm:cxn modelId="{3CA0AC22-E9F5-469D-B7EC-A4010DFB4563}" srcId="{BC505999-6A9B-46BF-8835-FC9E3D008AFE}" destId="{8D1AFE6B-2814-47AB-8BC2-43443C8D8748}" srcOrd="1" destOrd="0" parTransId="{7FFF2860-12B8-484D-AFCB-399ECF051CA2}" sibTransId="{CC3B822D-1059-480F-87A3-58E26638C477}"/>
    <dgm:cxn modelId="{13F5B223-4C3A-48FF-B8EF-96EECA184346}" type="presOf" srcId="{7539C991-1735-4F69-A091-C81FA6E7656D}" destId="{0C2636FF-AD47-4C76-8CC3-55CFB9EAAB88}" srcOrd="0" destOrd="0" presId="urn:microsoft.com/office/officeart/2005/8/layout/orgChart1"/>
    <dgm:cxn modelId="{87187527-B088-4A3C-AC3D-7F4988AA6564}" type="presOf" srcId="{FCDFF4BD-9664-4D3E-8BA4-0156D57F2D41}" destId="{CCD2B52B-BC68-4126-8C78-AACBEAAF6CE9}" srcOrd="0" destOrd="0" presId="urn:microsoft.com/office/officeart/2005/8/layout/orgChart1"/>
    <dgm:cxn modelId="{0E3A782C-25F3-41DD-B2D1-267E87F990CF}" type="presOf" srcId="{8ECC36EF-0F0D-481B-87A5-50AD7401777D}" destId="{9BCDF3CE-63D2-458D-B598-D9BA07C8F013}" srcOrd="0" destOrd="0" presId="urn:microsoft.com/office/officeart/2005/8/layout/orgChart1"/>
    <dgm:cxn modelId="{EC481439-869A-4313-AC14-EC1FFC384527}" srcId="{BC505999-6A9B-46BF-8835-FC9E3D008AFE}" destId="{E6DC9C16-43A1-4289-A231-DF25E7D38E9D}" srcOrd="5" destOrd="0" parTransId="{7539C991-1735-4F69-A091-C81FA6E7656D}" sibTransId="{71CDB9A8-63C0-4BBA-BDCC-9D2859C85082}"/>
    <dgm:cxn modelId="{70AEEB40-1C74-4E32-A9B2-FBD03552F3D0}" type="presOf" srcId="{6D9C5DDF-DE66-4C42-A536-05E7AEA7ABF7}" destId="{5ED04254-00C6-4432-B4E1-FDE5939F982B}" srcOrd="0" destOrd="0" presId="urn:microsoft.com/office/officeart/2005/8/layout/orgChart1"/>
    <dgm:cxn modelId="{29C3345C-2562-403B-8F36-7402682473CD}" type="presOf" srcId="{BC505999-6A9B-46BF-8835-FC9E3D008AFE}" destId="{59D7901E-B3B3-4CF3-85FD-66748E4D9B41}" srcOrd="1" destOrd="0" presId="urn:microsoft.com/office/officeart/2005/8/layout/orgChart1"/>
    <dgm:cxn modelId="{781AA960-3530-4123-9913-7E76D1F187F0}" type="presOf" srcId="{7FFF2860-12B8-484D-AFCB-399ECF051CA2}" destId="{D360C9A4-98DB-4120-A48A-9DD4F596659B}" srcOrd="0" destOrd="0" presId="urn:microsoft.com/office/officeart/2005/8/layout/orgChart1"/>
    <dgm:cxn modelId="{A92C3D62-BE50-4DC8-8552-7F8744C6E2DD}" type="presOf" srcId="{05616AD4-F330-4754-9469-AE9EFEBD7534}" destId="{DB32452D-7687-44EF-BBCB-E4ACD2C3C49F}" srcOrd="0" destOrd="0" presId="urn:microsoft.com/office/officeart/2005/8/layout/orgChart1"/>
    <dgm:cxn modelId="{06743164-8169-47F7-86A2-1DDF49794487}" type="presOf" srcId="{8EE4D7B7-2253-42DE-9660-F37F4E1914D2}" destId="{DF9B2AA6-C348-4A4D-B10B-4B48435ED51E}" srcOrd="0" destOrd="0" presId="urn:microsoft.com/office/officeart/2005/8/layout/orgChart1"/>
    <dgm:cxn modelId="{31DF594A-DBDD-4F84-A8A1-7C77993761F6}" type="presOf" srcId="{EDA5D6F2-D5E0-48E1-AE73-D5C9EF569338}" destId="{6906BC86-B4BE-4101-B671-B4362F990527}" srcOrd="1" destOrd="0" presId="urn:microsoft.com/office/officeart/2005/8/layout/orgChart1"/>
    <dgm:cxn modelId="{A4B7E475-0EA2-48F7-AD12-956E9829E192}" type="presOf" srcId="{4053E8EB-03AB-4023-A6B0-E1588895AA34}" destId="{0CD3A0E9-2800-4D21-A716-3FE2723E521B}" srcOrd="0" destOrd="0" presId="urn:microsoft.com/office/officeart/2005/8/layout/orgChart1"/>
    <dgm:cxn modelId="{8019AA94-FBDC-45A4-9E65-32EDFCA32481}" srcId="{BC505999-6A9B-46BF-8835-FC9E3D008AFE}" destId="{5FF87A77-2510-49F8-BB8A-79013A5187EF}" srcOrd="10" destOrd="0" parTransId="{79AFD07F-7E82-4C94-8F8B-25164C043883}" sibTransId="{2B3459F9-1DD6-4AB9-85D4-CB14FE248F4B}"/>
    <dgm:cxn modelId="{B6B89F95-1B9E-4478-BB0C-820AC06340B8}" type="presOf" srcId="{8ECC36EF-0F0D-481B-87A5-50AD7401777D}" destId="{6A3548EC-6937-49ED-BA95-EBF3398F0759}" srcOrd="1" destOrd="0" presId="urn:microsoft.com/office/officeart/2005/8/layout/orgChart1"/>
    <dgm:cxn modelId="{D467F695-3744-4D52-944C-206ABB0D6515}" srcId="{D49CD356-DEAE-40CA-8494-7B9DC1AC1A9F}" destId="{BC505999-6A9B-46BF-8835-FC9E3D008AFE}" srcOrd="0" destOrd="0" parTransId="{980BE9F9-E845-4ACF-9B5E-256AE36A1C53}" sibTransId="{A4DC2A21-A55E-4F69-9EEF-0073E55CF574}"/>
    <dgm:cxn modelId="{C3FFE69B-47B1-4CF3-A236-CCC54CD45B0D}" srcId="{BC505999-6A9B-46BF-8835-FC9E3D008AFE}" destId="{59B96C51-EA9E-47C4-93DD-3380151EB618}" srcOrd="8" destOrd="0" parTransId="{1D46BFA0-F9B1-44CD-891B-9BA2AF59F9EF}" sibTransId="{6B93DDD7-C21B-41B5-AC2C-4440D1C75CCF}"/>
    <dgm:cxn modelId="{DED9909E-9315-4F9F-9F34-4CEACBCD4A75}" type="presOf" srcId="{D49CD356-DEAE-40CA-8494-7B9DC1AC1A9F}" destId="{0731DD25-3B1C-45D9-8528-E25034311FC5}" srcOrd="0" destOrd="0" presId="urn:microsoft.com/office/officeart/2005/8/layout/orgChart1"/>
    <dgm:cxn modelId="{1EEA53A9-1A44-45B4-8883-CB4C7BD36CB1}" type="presOf" srcId="{FCDFF4BD-9664-4D3E-8BA4-0156D57F2D41}" destId="{8F912C8F-7DE9-43BC-B4C5-F6E8180DC897}" srcOrd="1" destOrd="0" presId="urn:microsoft.com/office/officeart/2005/8/layout/orgChart1"/>
    <dgm:cxn modelId="{52E7B9AC-2C9D-4D48-AA20-B72336155CC6}" srcId="{BC505999-6A9B-46BF-8835-FC9E3D008AFE}" destId="{8EE4D7B7-2253-42DE-9660-F37F4E1914D2}" srcOrd="2" destOrd="0" parTransId="{589B93DC-2BEF-486F-A4EC-4BF99327A94B}" sibTransId="{17342426-FF90-4A33-8A74-939181593922}"/>
    <dgm:cxn modelId="{83C0DBB2-08A2-4631-B58F-7F711631C557}" type="presOf" srcId="{05616AD4-F330-4754-9469-AE9EFEBD7534}" destId="{57182EE3-FA0E-474E-AF15-E7B55B7E5ACE}" srcOrd="1" destOrd="0" presId="urn:microsoft.com/office/officeart/2005/8/layout/orgChart1"/>
    <dgm:cxn modelId="{0FAF1EB4-9DF9-4291-A8DA-17B5545271DE}" srcId="{BC505999-6A9B-46BF-8835-FC9E3D008AFE}" destId="{367CEC38-4A93-474B-89E4-E23B65C33FA4}" srcOrd="7" destOrd="0" parTransId="{E0508F23-20FE-4D71-849A-DC3208C431C6}" sibTransId="{BCD08D34-6DAE-46FB-8C27-C68AB52FD2F4}"/>
    <dgm:cxn modelId="{1ECAFBB6-7C0D-4292-8856-8075E84B45D0}" type="presOf" srcId="{8D1AFE6B-2814-47AB-8BC2-43443C8D8748}" destId="{418459F0-0FA4-4AA5-81F4-B1AA866FEFEE}" srcOrd="1" destOrd="0" presId="urn:microsoft.com/office/officeart/2005/8/layout/orgChart1"/>
    <dgm:cxn modelId="{C794D4B7-006D-4F63-AB1C-691CFFCD176E}" srcId="{BC505999-6A9B-46BF-8835-FC9E3D008AFE}" destId="{3430ECE8-3402-46DB-B83C-E84C36BF7051}" srcOrd="9" destOrd="0" parTransId="{153DC968-E99A-4C34-938E-CA45C68DF7A1}" sibTransId="{11055382-618A-4614-BDCA-018AEEF12EB8}"/>
    <dgm:cxn modelId="{611684BB-B13F-46AA-9D23-FD5070AF2C7D}" type="presOf" srcId="{367CEC38-4A93-474B-89E4-E23B65C33FA4}" destId="{B2CA21C3-84B8-4143-B125-BB35515F2FFE}" srcOrd="1" destOrd="0" presId="urn:microsoft.com/office/officeart/2005/8/layout/orgChart1"/>
    <dgm:cxn modelId="{63E615BE-B89C-40B1-936F-5CE1AD19302A}" srcId="{BC505999-6A9B-46BF-8835-FC9E3D008AFE}" destId="{8ECC36EF-0F0D-481B-87A5-50AD7401777D}" srcOrd="3" destOrd="0" parTransId="{12AD7ABC-492B-420B-80A0-927B9E67D76F}" sibTransId="{97ED0D8E-63D1-42CC-A4AA-E557775A1455}"/>
    <dgm:cxn modelId="{F03649C1-9A8C-4318-A33A-AE53420C4E16}" type="presOf" srcId="{8EE4D7B7-2253-42DE-9660-F37F4E1914D2}" destId="{D759064B-2366-4321-B606-D2B8C793B211}" srcOrd="1" destOrd="0" presId="urn:microsoft.com/office/officeart/2005/8/layout/orgChart1"/>
    <dgm:cxn modelId="{500EABC1-87EA-4D18-BC49-A54F9FBF03DE}" type="presOf" srcId="{F3C170A3-BE82-470C-9CFA-A3B38D64404A}" destId="{C6A9BC94-EEBE-4A14-8FBC-EBEA62C30F08}" srcOrd="0" destOrd="0" presId="urn:microsoft.com/office/officeart/2005/8/layout/orgChart1"/>
    <dgm:cxn modelId="{4F4EC9C1-68AE-4AE0-96BD-B802D0E212C7}" type="presOf" srcId="{E0508F23-20FE-4D71-849A-DC3208C431C6}" destId="{990B5403-3AB0-4E12-9DF2-5C2F796CD1C1}" srcOrd="0" destOrd="0" presId="urn:microsoft.com/office/officeart/2005/8/layout/orgChart1"/>
    <dgm:cxn modelId="{B6DE52C3-685B-4048-B619-80C56749D136}" type="presOf" srcId="{79AFD07F-7E82-4C94-8F8B-25164C043883}" destId="{5AC7A9D3-87E3-4112-933E-D2A32015C853}" srcOrd="0" destOrd="0" presId="urn:microsoft.com/office/officeart/2005/8/layout/orgChart1"/>
    <dgm:cxn modelId="{42C131D0-7763-49CB-BE25-F4B626E85DA2}" type="presOf" srcId="{59B96C51-EA9E-47C4-93DD-3380151EB618}" destId="{94DD8FAD-1916-4A3C-B2A3-7F0C8E038161}" srcOrd="0" destOrd="0" presId="urn:microsoft.com/office/officeart/2005/8/layout/orgChart1"/>
    <dgm:cxn modelId="{022777D4-9732-4A54-9B2F-963406480153}" type="presOf" srcId="{EDA5D6F2-D5E0-48E1-AE73-D5C9EF569338}" destId="{56A2E191-DF2E-4726-9AA4-91721EA03B4D}" srcOrd="0" destOrd="0" presId="urn:microsoft.com/office/officeart/2005/8/layout/orgChart1"/>
    <dgm:cxn modelId="{8DB7DED4-A571-4FE8-906A-78C89B1681C5}" type="presOf" srcId="{59B96C51-EA9E-47C4-93DD-3380151EB618}" destId="{D0F727D3-C880-479C-9821-C5E0277B604B}" srcOrd="1" destOrd="0" presId="urn:microsoft.com/office/officeart/2005/8/layout/orgChart1"/>
    <dgm:cxn modelId="{6FB84DD5-67CE-4FF1-8E37-0C670BD8E65D}" type="presOf" srcId="{BC505999-6A9B-46BF-8835-FC9E3D008AFE}" destId="{A7859BAC-F35E-49D4-B968-B16161866007}" srcOrd="0" destOrd="0" presId="urn:microsoft.com/office/officeart/2005/8/layout/orgChart1"/>
    <dgm:cxn modelId="{B8A682D5-4CA8-427F-9475-CC29DD46731C}" srcId="{BC505999-6A9B-46BF-8835-FC9E3D008AFE}" destId="{FCDFF4BD-9664-4D3E-8BA4-0156D57F2D41}" srcOrd="4" destOrd="0" parTransId="{F3C170A3-BE82-470C-9CFA-A3B38D64404A}" sibTransId="{CB1EF3E0-EC49-4D11-8E34-35ECBECB9C97}"/>
    <dgm:cxn modelId="{FDE99DD5-C997-4DB3-824F-FD897F529A1C}" srcId="{BC505999-6A9B-46BF-8835-FC9E3D008AFE}" destId="{EDA5D6F2-D5E0-48E1-AE73-D5C9EF569338}" srcOrd="0" destOrd="0" parTransId="{4053E8EB-03AB-4023-A6B0-E1588895AA34}" sibTransId="{18BC8E23-C3E6-4EE2-A72B-63A927D50745}"/>
    <dgm:cxn modelId="{6AE085D7-CE9B-458D-A547-26E267C9E5C6}" type="presOf" srcId="{1D46BFA0-F9B1-44CD-891B-9BA2AF59F9EF}" destId="{495E2EA9-382F-4604-AAE4-07232C89ED94}" srcOrd="0" destOrd="0" presId="urn:microsoft.com/office/officeart/2005/8/layout/orgChart1"/>
    <dgm:cxn modelId="{AD4BD7E0-D210-4B76-81DB-D28195A3ADCA}" type="presOf" srcId="{12AD7ABC-492B-420B-80A0-927B9E67D76F}" destId="{C9E77AB5-7238-41C5-B406-81255BC97DEC}" srcOrd="0" destOrd="0" presId="urn:microsoft.com/office/officeart/2005/8/layout/orgChart1"/>
    <dgm:cxn modelId="{BAB121EC-5C22-40E2-9951-F69D1216A57D}" type="presOf" srcId="{8D1AFE6B-2814-47AB-8BC2-43443C8D8748}" destId="{6C002600-55FC-4008-A151-9F252F1CDDCF}" srcOrd="0" destOrd="0" presId="urn:microsoft.com/office/officeart/2005/8/layout/orgChart1"/>
    <dgm:cxn modelId="{3D3854EE-C634-409D-9DAE-FD09DE75A731}" type="presOf" srcId="{E6DC9C16-43A1-4289-A231-DF25E7D38E9D}" destId="{C2589E46-7DD0-4ACE-BD81-0A087C823665}" srcOrd="1" destOrd="0" presId="urn:microsoft.com/office/officeart/2005/8/layout/orgChart1"/>
    <dgm:cxn modelId="{A01068F8-E2FC-478A-BC19-B1BD89435219}" type="presOf" srcId="{5FF87A77-2510-49F8-BB8A-79013A5187EF}" destId="{C0A268C9-20CE-4C5E-BB8D-8B6A6F791F8C}" srcOrd="1" destOrd="0" presId="urn:microsoft.com/office/officeart/2005/8/layout/orgChart1"/>
    <dgm:cxn modelId="{6AE88BF9-08A5-4B95-856C-F0E098933C80}" srcId="{BC505999-6A9B-46BF-8835-FC9E3D008AFE}" destId="{05616AD4-F330-4754-9469-AE9EFEBD7534}" srcOrd="6" destOrd="0" parTransId="{6D9C5DDF-DE66-4C42-A536-05E7AEA7ABF7}" sibTransId="{9A27226C-6AEA-4E2B-9847-55CCFFC92601}"/>
    <dgm:cxn modelId="{24C1A22A-1B1E-4ABF-8EF3-E38B24B2664F}" type="presParOf" srcId="{0731DD25-3B1C-45D9-8528-E25034311FC5}" destId="{E2306C09-4FC6-48B6-B946-2EFAAFFF970C}" srcOrd="0" destOrd="0" presId="urn:microsoft.com/office/officeart/2005/8/layout/orgChart1"/>
    <dgm:cxn modelId="{33FC7EA9-0254-4050-9D83-ABB16795AEC0}" type="presParOf" srcId="{E2306C09-4FC6-48B6-B946-2EFAAFFF970C}" destId="{E792A144-6011-4425-90F9-4B3FE5776528}" srcOrd="0" destOrd="0" presId="urn:microsoft.com/office/officeart/2005/8/layout/orgChart1"/>
    <dgm:cxn modelId="{8E7809C5-EAE2-4435-A856-94071CD9C7C0}" type="presParOf" srcId="{E792A144-6011-4425-90F9-4B3FE5776528}" destId="{A7859BAC-F35E-49D4-B968-B16161866007}" srcOrd="0" destOrd="0" presId="urn:microsoft.com/office/officeart/2005/8/layout/orgChart1"/>
    <dgm:cxn modelId="{6FA0023B-CD37-4005-AF0F-A20AE7520564}" type="presParOf" srcId="{E792A144-6011-4425-90F9-4B3FE5776528}" destId="{59D7901E-B3B3-4CF3-85FD-66748E4D9B41}" srcOrd="1" destOrd="0" presId="urn:microsoft.com/office/officeart/2005/8/layout/orgChart1"/>
    <dgm:cxn modelId="{7E5C1881-FF64-4687-B260-E18551624BA7}" type="presParOf" srcId="{E2306C09-4FC6-48B6-B946-2EFAAFFF970C}" destId="{D1727948-BCB7-4EFA-A86B-27EC888AD803}" srcOrd="1" destOrd="0" presId="urn:microsoft.com/office/officeart/2005/8/layout/orgChart1"/>
    <dgm:cxn modelId="{E30D6844-7915-480A-9B4F-941B73AED94B}" type="presParOf" srcId="{D1727948-BCB7-4EFA-A86B-27EC888AD803}" destId="{0CD3A0E9-2800-4D21-A716-3FE2723E521B}" srcOrd="0" destOrd="0" presId="urn:microsoft.com/office/officeart/2005/8/layout/orgChart1"/>
    <dgm:cxn modelId="{0AF056C6-6741-4EB3-BBE1-AC4D03CAF83F}" type="presParOf" srcId="{D1727948-BCB7-4EFA-A86B-27EC888AD803}" destId="{B7E9E997-3A55-47A5-BE7E-624B62BA5BE5}" srcOrd="1" destOrd="0" presId="urn:microsoft.com/office/officeart/2005/8/layout/orgChart1"/>
    <dgm:cxn modelId="{25B187B1-E42C-484B-BC80-08F614FCC53D}" type="presParOf" srcId="{B7E9E997-3A55-47A5-BE7E-624B62BA5BE5}" destId="{F62F449B-7D9D-4967-951D-044EEC06AEE1}" srcOrd="0" destOrd="0" presId="urn:microsoft.com/office/officeart/2005/8/layout/orgChart1"/>
    <dgm:cxn modelId="{6E1999F9-3364-4927-87C7-C1C425B32856}" type="presParOf" srcId="{F62F449B-7D9D-4967-951D-044EEC06AEE1}" destId="{56A2E191-DF2E-4726-9AA4-91721EA03B4D}" srcOrd="0" destOrd="0" presId="urn:microsoft.com/office/officeart/2005/8/layout/orgChart1"/>
    <dgm:cxn modelId="{D888E17A-0FFD-43DE-8765-C7D6F7D50068}" type="presParOf" srcId="{F62F449B-7D9D-4967-951D-044EEC06AEE1}" destId="{6906BC86-B4BE-4101-B671-B4362F990527}" srcOrd="1" destOrd="0" presId="urn:microsoft.com/office/officeart/2005/8/layout/orgChart1"/>
    <dgm:cxn modelId="{8DE3FA38-C716-4698-BAD8-7D6627B44F32}" type="presParOf" srcId="{B7E9E997-3A55-47A5-BE7E-624B62BA5BE5}" destId="{5620613D-E166-49B1-90ED-36376D2425F0}" srcOrd="1" destOrd="0" presId="urn:microsoft.com/office/officeart/2005/8/layout/orgChart1"/>
    <dgm:cxn modelId="{30077DDF-D075-4261-A99F-260333AAE027}" type="presParOf" srcId="{B7E9E997-3A55-47A5-BE7E-624B62BA5BE5}" destId="{D91EEC51-262F-4E19-A6C2-10858438776D}" srcOrd="2" destOrd="0" presId="urn:microsoft.com/office/officeart/2005/8/layout/orgChart1"/>
    <dgm:cxn modelId="{A203FAB2-A1C6-4AD3-BC49-9F3DF816453E}" type="presParOf" srcId="{D1727948-BCB7-4EFA-A86B-27EC888AD803}" destId="{D360C9A4-98DB-4120-A48A-9DD4F596659B}" srcOrd="2" destOrd="0" presId="urn:microsoft.com/office/officeart/2005/8/layout/orgChart1"/>
    <dgm:cxn modelId="{47CBC9A5-6CA3-4B7D-80B5-D90D9CB0D76C}" type="presParOf" srcId="{D1727948-BCB7-4EFA-A86B-27EC888AD803}" destId="{99027F18-BB6B-4C13-82CB-E6534CD3F92E}" srcOrd="3" destOrd="0" presId="urn:microsoft.com/office/officeart/2005/8/layout/orgChart1"/>
    <dgm:cxn modelId="{D54D7777-1483-45AB-B3A3-42C5C84C9986}" type="presParOf" srcId="{99027F18-BB6B-4C13-82CB-E6534CD3F92E}" destId="{4AC34013-2C43-4A58-BF5E-D092232BA63C}" srcOrd="0" destOrd="0" presId="urn:microsoft.com/office/officeart/2005/8/layout/orgChart1"/>
    <dgm:cxn modelId="{0BC4CB31-B1A3-4CB5-8E0F-9C59344BF4D4}" type="presParOf" srcId="{4AC34013-2C43-4A58-BF5E-D092232BA63C}" destId="{6C002600-55FC-4008-A151-9F252F1CDDCF}" srcOrd="0" destOrd="0" presId="urn:microsoft.com/office/officeart/2005/8/layout/orgChart1"/>
    <dgm:cxn modelId="{371C5F77-08E2-440B-A9E5-D9B65D4A0B32}" type="presParOf" srcId="{4AC34013-2C43-4A58-BF5E-D092232BA63C}" destId="{418459F0-0FA4-4AA5-81F4-B1AA866FEFEE}" srcOrd="1" destOrd="0" presId="urn:microsoft.com/office/officeart/2005/8/layout/orgChart1"/>
    <dgm:cxn modelId="{0AB2829A-5CA0-4C4A-B947-2ADAB0351B1B}" type="presParOf" srcId="{99027F18-BB6B-4C13-82CB-E6534CD3F92E}" destId="{8557C56F-9745-420B-A249-5525BECFB5DD}" srcOrd="1" destOrd="0" presId="urn:microsoft.com/office/officeart/2005/8/layout/orgChart1"/>
    <dgm:cxn modelId="{1584F189-4EE4-4232-85AC-3C3B8C72478C}" type="presParOf" srcId="{99027F18-BB6B-4C13-82CB-E6534CD3F92E}" destId="{AB8EBC84-862A-41FA-827E-378221CBC8A2}" srcOrd="2" destOrd="0" presId="urn:microsoft.com/office/officeart/2005/8/layout/orgChart1"/>
    <dgm:cxn modelId="{B446D558-FC91-4ADF-B1B7-F309DC039F39}" type="presParOf" srcId="{D1727948-BCB7-4EFA-A86B-27EC888AD803}" destId="{4903DDC3-CDA6-4736-92F1-5C9669DF8906}" srcOrd="4" destOrd="0" presId="urn:microsoft.com/office/officeart/2005/8/layout/orgChart1"/>
    <dgm:cxn modelId="{DC4A70E8-B075-4378-B78D-315188AA6E85}" type="presParOf" srcId="{D1727948-BCB7-4EFA-A86B-27EC888AD803}" destId="{762E72C3-F7CA-40A8-8E9D-EDD2EA86A290}" srcOrd="5" destOrd="0" presId="urn:microsoft.com/office/officeart/2005/8/layout/orgChart1"/>
    <dgm:cxn modelId="{DECEB9A8-4D06-4617-9C05-DEC3C0806E74}" type="presParOf" srcId="{762E72C3-F7CA-40A8-8E9D-EDD2EA86A290}" destId="{2C90BADE-07F2-4C8C-ADA7-7A2354127548}" srcOrd="0" destOrd="0" presId="urn:microsoft.com/office/officeart/2005/8/layout/orgChart1"/>
    <dgm:cxn modelId="{C3E2C0A2-A25D-4C07-BABD-50D35C74B232}" type="presParOf" srcId="{2C90BADE-07F2-4C8C-ADA7-7A2354127548}" destId="{DF9B2AA6-C348-4A4D-B10B-4B48435ED51E}" srcOrd="0" destOrd="0" presId="urn:microsoft.com/office/officeart/2005/8/layout/orgChart1"/>
    <dgm:cxn modelId="{4DE26F1F-3FB4-4B57-B442-942CEF4DE7D7}" type="presParOf" srcId="{2C90BADE-07F2-4C8C-ADA7-7A2354127548}" destId="{D759064B-2366-4321-B606-D2B8C793B211}" srcOrd="1" destOrd="0" presId="urn:microsoft.com/office/officeart/2005/8/layout/orgChart1"/>
    <dgm:cxn modelId="{E3B6E2D4-C3A7-4B01-AC77-1D18352F1624}" type="presParOf" srcId="{762E72C3-F7CA-40A8-8E9D-EDD2EA86A290}" destId="{3A79BB94-9374-4FDB-B127-D30A7890638B}" srcOrd="1" destOrd="0" presId="urn:microsoft.com/office/officeart/2005/8/layout/orgChart1"/>
    <dgm:cxn modelId="{95E6868A-51CC-408D-A103-3D9D22494D04}" type="presParOf" srcId="{762E72C3-F7CA-40A8-8E9D-EDD2EA86A290}" destId="{410D6970-4625-4AF8-B40A-382B858F6BAB}" srcOrd="2" destOrd="0" presId="urn:microsoft.com/office/officeart/2005/8/layout/orgChart1"/>
    <dgm:cxn modelId="{9B8540C8-E819-4BFE-A0F0-6D262A31A0B9}" type="presParOf" srcId="{D1727948-BCB7-4EFA-A86B-27EC888AD803}" destId="{C9E77AB5-7238-41C5-B406-81255BC97DEC}" srcOrd="6" destOrd="0" presId="urn:microsoft.com/office/officeart/2005/8/layout/orgChart1"/>
    <dgm:cxn modelId="{A1479887-BE71-44AD-B471-11C60553B2DF}" type="presParOf" srcId="{D1727948-BCB7-4EFA-A86B-27EC888AD803}" destId="{543DEFAA-AC48-4085-BCA0-9332C2F0DCD8}" srcOrd="7" destOrd="0" presId="urn:microsoft.com/office/officeart/2005/8/layout/orgChart1"/>
    <dgm:cxn modelId="{32E2D375-D3A9-4984-B355-F82F2BF80796}" type="presParOf" srcId="{543DEFAA-AC48-4085-BCA0-9332C2F0DCD8}" destId="{65E7060A-8BF9-4D8F-A512-92924B5732BC}" srcOrd="0" destOrd="0" presId="urn:microsoft.com/office/officeart/2005/8/layout/orgChart1"/>
    <dgm:cxn modelId="{505A9E6C-3331-4A38-AADA-A66FC5946F78}" type="presParOf" srcId="{65E7060A-8BF9-4D8F-A512-92924B5732BC}" destId="{9BCDF3CE-63D2-458D-B598-D9BA07C8F013}" srcOrd="0" destOrd="0" presId="urn:microsoft.com/office/officeart/2005/8/layout/orgChart1"/>
    <dgm:cxn modelId="{6B040E06-20C0-49DF-A5F9-D3BB150CA001}" type="presParOf" srcId="{65E7060A-8BF9-4D8F-A512-92924B5732BC}" destId="{6A3548EC-6937-49ED-BA95-EBF3398F0759}" srcOrd="1" destOrd="0" presId="urn:microsoft.com/office/officeart/2005/8/layout/orgChart1"/>
    <dgm:cxn modelId="{8A7A0A0E-4C9A-4AAF-A3F7-C3C15DD7E493}" type="presParOf" srcId="{543DEFAA-AC48-4085-BCA0-9332C2F0DCD8}" destId="{B9707E7D-CB73-4556-9982-23A526EB2D9C}" srcOrd="1" destOrd="0" presId="urn:microsoft.com/office/officeart/2005/8/layout/orgChart1"/>
    <dgm:cxn modelId="{09EF6375-0859-4DA7-9717-C34C97EB177E}" type="presParOf" srcId="{543DEFAA-AC48-4085-BCA0-9332C2F0DCD8}" destId="{08DC120A-1463-440A-9E3D-E12C8B0F8FAB}" srcOrd="2" destOrd="0" presId="urn:microsoft.com/office/officeart/2005/8/layout/orgChart1"/>
    <dgm:cxn modelId="{94EC5687-C4B1-4275-B5BA-F7BB35AEA09C}" type="presParOf" srcId="{D1727948-BCB7-4EFA-A86B-27EC888AD803}" destId="{C6A9BC94-EEBE-4A14-8FBC-EBEA62C30F08}" srcOrd="8" destOrd="0" presId="urn:microsoft.com/office/officeart/2005/8/layout/orgChart1"/>
    <dgm:cxn modelId="{72A2BF87-45C8-425F-ACF7-9D617D84B0B1}" type="presParOf" srcId="{D1727948-BCB7-4EFA-A86B-27EC888AD803}" destId="{A2A64A78-964A-456B-B0EF-C720567B031E}" srcOrd="9" destOrd="0" presId="urn:microsoft.com/office/officeart/2005/8/layout/orgChart1"/>
    <dgm:cxn modelId="{0462AAC6-8FEB-4836-80CA-4FB3FC0B54AE}" type="presParOf" srcId="{A2A64A78-964A-456B-B0EF-C720567B031E}" destId="{CFF31F1C-E8C7-4DE1-876E-EC1E20B4D071}" srcOrd="0" destOrd="0" presId="urn:microsoft.com/office/officeart/2005/8/layout/orgChart1"/>
    <dgm:cxn modelId="{26956501-6940-4EE4-8DAA-0E2E97D5B04D}" type="presParOf" srcId="{CFF31F1C-E8C7-4DE1-876E-EC1E20B4D071}" destId="{CCD2B52B-BC68-4126-8C78-AACBEAAF6CE9}" srcOrd="0" destOrd="0" presId="urn:microsoft.com/office/officeart/2005/8/layout/orgChart1"/>
    <dgm:cxn modelId="{2F76057C-6C07-42A4-9E38-EC7F60AF9D5A}" type="presParOf" srcId="{CFF31F1C-E8C7-4DE1-876E-EC1E20B4D071}" destId="{8F912C8F-7DE9-43BC-B4C5-F6E8180DC897}" srcOrd="1" destOrd="0" presId="urn:microsoft.com/office/officeart/2005/8/layout/orgChart1"/>
    <dgm:cxn modelId="{9EE89628-4432-4B95-BFE0-2A5874130308}" type="presParOf" srcId="{A2A64A78-964A-456B-B0EF-C720567B031E}" destId="{4FC6AB65-F51E-4C45-B446-EFE9066D91C9}" srcOrd="1" destOrd="0" presId="urn:microsoft.com/office/officeart/2005/8/layout/orgChart1"/>
    <dgm:cxn modelId="{EBA35924-937D-4575-A452-47E123AE70A3}" type="presParOf" srcId="{A2A64A78-964A-456B-B0EF-C720567B031E}" destId="{672B4E83-5E26-4B58-BC1B-5FB75FB4358F}" srcOrd="2" destOrd="0" presId="urn:microsoft.com/office/officeart/2005/8/layout/orgChart1"/>
    <dgm:cxn modelId="{249D1996-5AB3-49F4-AECB-9B5290D0F353}" type="presParOf" srcId="{D1727948-BCB7-4EFA-A86B-27EC888AD803}" destId="{0C2636FF-AD47-4C76-8CC3-55CFB9EAAB88}" srcOrd="10" destOrd="0" presId="urn:microsoft.com/office/officeart/2005/8/layout/orgChart1"/>
    <dgm:cxn modelId="{13EB6D49-A4BA-4011-9F8C-A90B586A00F3}" type="presParOf" srcId="{D1727948-BCB7-4EFA-A86B-27EC888AD803}" destId="{92FB01A6-3ED6-4D2D-878A-B5BE9E55FD32}" srcOrd="11" destOrd="0" presId="urn:microsoft.com/office/officeart/2005/8/layout/orgChart1"/>
    <dgm:cxn modelId="{F75A2E8B-2C82-4A89-9668-C7EA0FCC8F12}" type="presParOf" srcId="{92FB01A6-3ED6-4D2D-878A-B5BE9E55FD32}" destId="{857B0F79-9907-44D5-8C1B-13FF8FF2F31C}" srcOrd="0" destOrd="0" presId="urn:microsoft.com/office/officeart/2005/8/layout/orgChart1"/>
    <dgm:cxn modelId="{69C811F8-3622-46A7-AE90-7D551FF63258}" type="presParOf" srcId="{857B0F79-9907-44D5-8C1B-13FF8FF2F31C}" destId="{93330B6D-EB7E-4DD6-9D90-949B45A65C04}" srcOrd="0" destOrd="0" presId="urn:microsoft.com/office/officeart/2005/8/layout/orgChart1"/>
    <dgm:cxn modelId="{6877036E-B2DE-4BC8-B256-A57376CC4572}" type="presParOf" srcId="{857B0F79-9907-44D5-8C1B-13FF8FF2F31C}" destId="{C2589E46-7DD0-4ACE-BD81-0A087C823665}" srcOrd="1" destOrd="0" presId="urn:microsoft.com/office/officeart/2005/8/layout/orgChart1"/>
    <dgm:cxn modelId="{7973F36D-BF02-4B0D-B3FE-B766C0B261EC}" type="presParOf" srcId="{92FB01A6-3ED6-4D2D-878A-B5BE9E55FD32}" destId="{A7FEC4EB-32C6-4CAD-88FE-12EF43601D86}" srcOrd="1" destOrd="0" presId="urn:microsoft.com/office/officeart/2005/8/layout/orgChart1"/>
    <dgm:cxn modelId="{27A8550A-7762-46DE-AF79-DA92349F9F09}" type="presParOf" srcId="{92FB01A6-3ED6-4D2D-878A-B5BE9E55FD32}" destId="{31672A78-B355-439E-9963-9229CB75F4F5}" srcOrd="2" destOrd="0" presId="urn:microsoft.com/office/officeart/2005/8/layout/orgChart1"/>
    <dgm:cxn modelId="{7D28BCEF-38E9-420B-838B-8AEFB0310C17}" type="presParOf" srcId="{D1727948-BCB7-4EFA-A86B-27EC888AD803}" destId="{5ED04254-00C6-4432-B4E1-FDE5939F982B}" srcOrd="12" destOrd="0" presId="urn:microsoft.com/office/officeart/2005/8/layout/orgChart1"/>
    <dgm:cxn modelId="{23496999-FE9C-4D77-8B75-EE0CCDA6C52E}" type="presParOf" srcId="{D1727948-BCB7-4EFA-A86B-27EC888AD803}" destId="{3DF2E250-9A3A-4AD4-9921-9982160E12CE}" srcOrd="13" destOrd="0" presId="urn:microsoft.com/office/officeart/2005/8/layout/orgChart1"/>
    <dgm:cxn modelId="{59C2F2ED-B01B-4F38-882E-F2D45CA4EF29}" type="presParOf" srcId="{3DF2E250-9A3A-4AD4-9921-9982160E12CE}" destId="{34C9CE6F-3F5D-42FA-82EB-507E53A20850}" srcOrd="0" destOrd="0" presId="urn:microsoft.com/office/officeart/2005/8/layout/orgChart1"/>
    <dgm:cxn modelId="{C269A3AE-3C24-452E-8A77-3472ED718D54}" type="presParOf" srcId="{34C9CE6F-3F5D-42FA-82EB-507E53A20850}" destId="{DB32452D-7687-44EF-BBCB-E4ACD2C3C49F}" srcOrd="0" destOrd="0" presId="urn:microsoft.com/office/officeart/2005/8/layout/orgChart1"/>
    <dgm:cxn modelId="{1E4949D9-45A5-4D06-B85E-B5BDEAC8E431}" type="presParOf" srcId="{34C9CE6F-3F5D-42FA-82EB-507E53A20850}" destId="{57182EE3-FA0E-474E-AF15-E7B55B7E5ACE}" srcOrd="1" destOrd="0" presId="urn:microsoft.com/office/officeart/2005/8/layout/orgChart1"/>
    <dgm:cxn modelId="{6702F19C-115B-4127-ACC7-6F8338C75153}" type="presParOf" srcId="{3DF2E250-9A3A-4AD4-9921-9982160E12CE}" destId="{8E6036F3-AB2E-47F2-B14A-2140206BE558}" srcOrd="1" destOrd="0" presId="urn:microsoft.com/office/officeart/2005/8/layout/orgChart1"/>
    <dgm:cxn modelId="{7D69E758-4BF0-4250-8D89-0487304B81CD}" type="presParOf" srcId="{3DF2E250-9A3A-4AD4-9921-9982160E12CE}" destId="{462B14EB-99B3-4B4B-81E1-C63D2FA76779}" srcOrd="2" destOrd="0" presId="urn:microsoft.com/office/officeart/2005/8/layout/orgChart1"/>
    <dgm:cxn modelId="{FA7259E5-1A53-4BF9-8763-F7BF4706A2C1}" type="presParOf" srcId="{D1727948-BCB7-4EFA-A86B-27EC888AD803}" destId="{990B5403-3AB0-4E12-9DF2-5C2F796CD1C1}" srcOrd="14" destOrd="0" presId="urn:microsoft.com/office/officeart/2005/8/layout/orgChart1"/>
    <dgm:cxn modelId="{FD77683B-8BC6-469A-A244-3DDF6ABFCBC1}" type="presParOf" srcId="{D1727948-BCB7-4EFA-A86B-27EC888AD803}" destId="{F509F68E-E30A-413A-92C1-C28A52893E3B}" srcOrd="15" destOrd="0" presId="urn:microsoft.com/office/officeart/2005/8/layout/orgChart1"/>
    <dgm:cxn modelId="{F14BCCEF-264C-47B0-A50B-CF76203840AB}" type="presParOf" srcId="{F509F68E-E30A-413A-92C1-C28A52893E3B}" destId="{A46D66AB-9917-42F4-BE5F-8CE83CEF6710}" srcOrd="0" destOrd="0" presId="urn:microsoft.com/office/officeart/2005/8/layout/orgChart1"/>
    <dgm:cxn modelId="{CA0004AF-A4EC-42B1-BB85-258FB9744A59}" type="presParOf" srcId="{A46D66AB-9917-42F4-BE5F-8CE83CEF6710}" destId="{7AF333C4-A696-4B1E-8D9D-52144977E979}" srcOrd="0" destOrd="0" presId="urn:microsoft.com/office/officeart/2005/8/layout/orgChart1"/>
    <dgm:cxn modelId="{F55C0172-684C-4452-AECF-6EAD4EAADF22}" type="presParOf" srcId="{A46D66AB-9917-42F4-BE5F-8CE83CEF6710}" destId="{B2CA21C3-84B8-4143-B125-BB35515F2FFE}" srcOrd="1" destOrd="0" presId="urn:microsoft.com/office/officeart/2005/8/layout/orgChart1"/>
    <dgm:cxn modelId="{26E3180B-72AF-4264-AFD6-DFF38448BF87}" type="presParOf" srcId="{F509F68E-E30A-413A-92C1-C28A52893E3B}" destId="{A510389C-8F1B-458A-BFBD-E1AB1F1674F5}" srcOrd="1" destOrd="0" presId="urn:microsoft.com/office/officeart/2005/8/layout/orgChart1"/>
    <dgm:cxn modelId="{11A541A7-39C0-4A72-AA64-90A598DE0B31}" type="presParOf" srcId="{F509F68E-E30A-413A-92C1-C28A52893E3B}" destId="{8A74F87F-263F-4B31-BF5D-934266F32E43}" srcOrd="2" destOrd="0" presId="urn:microsoft.com/office/officeart/2005/8/layout/orgChart1"/>
    <dgm:cxn modelId="{BCB4A85B-A5D0-4283-A263-C22CF2CA1CA2}" type="presParOf" srcId="{D1727948-BCB7-4EFA-A86B-27EC888AD803}" destId="{495E2EA9-382F-4604-AAE4-07232C89ED94}" srcOrd="16" destOrd="0" presId="urn:microsoft.com/office/officeart/2005/8/layout/orgChart1"/>
    <dgm:cxn modelId="{313E87F8-3F72-42C3-9826-1672C55F7199}" type="presParOf" srcId="{D1727948-BCB7-4EFA-A86B-27EC888AD803}" destId="{30D544C6-5CA1-47CF-B8D2-85F88315B8AC}" srcOrd="17" destOrd="0" presId="urn:microsoft.com/office/officeart/2005/8/layout/orgChart1"/>
    <dgm:cxn modelId="{26B7DE29-0EBB-4D06-9992-A2D7FA6423C4}" type="presParOf" srcId="{30D544C6-5CA1-47CF-B8D2-85F88315B8AC}" destId="{06FE242D-36FC-4D6E-90AA-BC35F2F0C745}" srcOrd="0" destOrd="0" presId="urn:microsoft.com/office/officeart/2005/8/layout/orgChart1"/>
    <dgm:cxn modelId="{958673E0-3A89-4EDA-96CE-90B5A1033A69}" type="presParOf" srcId="{06FE242D-36FC-4D6E-90AA-BC35F2F0C745}" destId="{94DD8FAD-1916-4A3C-B2A3-7F0C8E038161}" srcOrd="0" destOrd="0" presId="urn:microsoft.com/office/officeart/2005/8/layout/orgChart1"/>
    <dgm:cxn modelId="{23E0E72B-8968-4A55-9A48-4F6699D738BE}" type="presParOf" srcId="{06FE242D-36FC-4D6E-90AA-BC35F2F0C745}" destId="{D0F727D3-C880-479C-9821-C5E0277B604B}" srcOrd="1" destOrd="0" presId="urn:microsoft.com/office/officeart/2005/8/layout/orgChart1"/>
    <dgm:cxn modelId="{833DA759-8675-4F7D-9FB6-9DEAF366DE6B}" type="presParOf" srcId="{30D544C6-5CA1-47CF-B8D2-85F88315B8AC}" destId="{B4417ACC-179C-4B9D-9FE3-F39A3C54D30A}" srcOrd="1" destOrd="0" presId="urn:microsoft.com/office/officeart/2005/8/layout/orgChart1"/>
    <dgm:cxn modelId="{3545A75E-05E5-479D-9270-227D7E5301F5}" type="presParOf" srcId="{30D544C6-5CA1-47CF-B8D2-85F88315B8AC}" destId="{72720546-938F-4FC4-9652-097616FBD58B}" srcOrd="2" destOrd="0" presId="urn:microsoft.com/office/officeart/2005/8/layout/orgChart1"/>
    <dgm:cxn modelId="{62BAA2F4-4990-412D-93B5-69CBAD1E1DED}" type="presParOf" srcId="{D1727948-BCB7-4EFA-A86B-27EC888AD803}" destId="{F2FB75E9-1564-41BC-99BC-AA07DA163214}" srcOrd="18" destOrd="0" presId="urn:microsoft.com/office/officeart/2005/8/layout/orgChart1"/>
    <dgm:cxn modelId="{B5DCC1A4-EC71-42FF-8244-13532F2226C5}" type="presParOf" srcId="{D1727948-BCB7-4EFA-A86B-27EC888AD803}" destId="{8EEF8B6B-F83D-4053-A668-48185C131F8F}" srcOrd="19" destOrd="0" presId="urn:microsoft.com/office/officeart/2005/8/layout/orgChart1"/>
    <dgm:cxn modelId="{310CEFB0-CF85-4AFB-B8CD-CB13FD46E8D6}" type="presParOf" srcId="{8EEF8B6B-F83D-4053-A668-48185C131F8F}" destId="{D2610899-9146-4481-9CF9-5462AE68978D}" srcOrd="0" destOrd="0" presId="urn:microsoft.com/office/officeart/2005/8/layout/orgChart1"/>
    <dgm:cxn modelId="{90A01A04-AA38-4644-9C0A-EB41274B0FCA}" type="presParOf" srcId="{D2610899-9146-4481-9CF9-5462AE68978D}" destId="{E9FAEAD2-DE09-4F07-AEAD-2EABD394693F}" srcOrd="0" destOrd="0" presId="urn:microsoft.com/office/officeart/2005/8/layout/orgChart1"/>
    <dgm:cxn modelId="{1B89BC8F-AFB4-4CAA-878D-C3A594E00EC0}" type="presParOf" srcId="{D2610899-9146-4481-9CF9-5462AE68978D}" destId="{2D13B608-A571-43B3-9668-2BF660A88A04}" srcOrd="1" destOrd="0" presId="urn:microsoft.com/office/officeart/2005/8/layout/orgChart1"/>
    <dgm:cxn modelId="{CF753C5B-D683-4C6A-84D6-5FF590004BBB}" type="presParOf" srcId="{8EEF8B6B-F83D-4053-A668-48185C131F8F}" destId="{E38AB558-0FFA-4939-9A77-9B43904A76A0}" srcOrd="1" destOrd="0" presId="urn:microsoft.com/office/officeart/2005/8/layout/orgChart1"/>
    <dgm:cxn modelId="{FA0A324A-CC69-4FD5-B9C7-3D11BF2C2025}" type="presParOf" srcId="{8EEF8B6B-F83D-4053-A668-48185C131F8F}" destId="{D4124F4C-5D42-47F8-8025-E32E17CAC1BF}" srcOrd="2" destOrd="0" presId="urn:microsoft.com/office/officeart/2005/8/layout/orgChart1"/>
    <dgm:cxn modelId="{82580FCC-DCB9-48F0-A974-4CBCC4E6CC8F}" type="presParOf" srcId="{D1727948-BCB7-4EFA-A86B-27EC888AD803}" destId="{5AC7A9D3-87E3-4112-933E-D2A32015C853}" srcOrd="20" destOrd="0" presId="urn:microsoft.com/office/officeart/2005/8/layout/orgChart1"/>
    <dgm:cxn modelId="{4A21AA7D-510B-46ED-8409-696D6F107516}" type="presParOf" srcId="{D1727948-BCB7-4EFA-A86B-27EC888AD803}" destId="{E35BEE04-C7B5-4BDB-91A6-72340C46680F}" srcOrd="21" destOrd="0" presId="urn:microsoft.com/office/officeart/2005/8/layout/orgChart1"/>
    <dgm:cxn modelId="{8241BA43-10E7-4370-A15C-1137C7F2C11D}" type="presParOf" srcId="{E35BEE04-C7B5-4BDB-91A6-72340C46680F}" destId="{89423172-D15D-44D9-8450-2A0979F66171}" srcOrd="0" destOrd="0" presId="urn:microsoft.com/office/officeart/2005/8/layout/orgChart1"/>
    <dgm:cxn modelId="{102EAEA0-FEFD-4037-96B1-86BFC85F706F}" type="presParOf" srcId="{89423172-D15D-44D9-8450-2A0979F66171}" destId="{774D7615-AA98-4E30-9133-E130149E5E0E}" srcOrd="0" destOrd="0" presId="urn:microsoft.com/office/officeart/2005/8/layout/orgChart1"/>
    <dgm:cxn modelId="{E5D02EC4-C4A3-44BE-BB9A-75FE9FF13A8A}" type="presParOf" srcId="{89423172-D15D-44D9-8450-2A0979F66171}" destId="{C0A268C9-20CE-4C5E-BB8D-8B6A6F791F8C}" srcOrd="1" destOrd="0" presId="urn:microsoft.com/office/officeart/2005/8/layout/orgChart1"/>
    <dgm:cxn modelId="{499E17E9-47E6-4A7B-A21D-B9D8AC1BEA9A}" type="presParOf" srcId="{E35BEE04-C7B5-4BDB-91A6-72340C46680F}" destId="{CD2D1A48-6359-4F30-B53B-DFBECEF4054B}" srcOrd="1" destOrd="0" presId="urn:microsoft.com/office/officeart/2005/8/layout/orgChart1"/>
    <dgm:cxn modelId="{A04EE0B8-6119-45B4-BD94-56F7F850B502}" type="presParOf" srcId="{E35BEE04-C7B5-4BDB-91A6-72340C46680F}" destId="{A5F6D61B-3CB1-4E22-80C9-E79D1E254C7A}" srcOrd="2" destOrd="0" presId="urn:microsoft.com/office/officeart/2005/8/layout/orgChart1"/>
    <dgm:cxn modelId="{FD16A467-138B-43D5-B6D1-2ED4079FC22D}" type="presParOf" srcId="{E2306C09-4FC6-48B6-B946-2EFAAFFF970C}" destId="{5CD7C2D1-F508-4D85-AFD3-D0DE59485CB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7A9D3-87E3-4112-933E-D2A32015C853}">
      <dsp:nvSpPr>
        <dsp:cNvPr id="0" name=""/>
        <dsp:cNvSpPr/>
      </dsp:nvSpPr>
      <dsp:spPr>
        <a:xfrm>
          <a:off x="3982840" y="1569561"/>
          <a:ext cx="4098145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4098145" y="104192"/>
              </a:lnTo>
              <a:lnTo>
                <a:pt x="4098145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FB75E9-1564-41BC-99BC-AA07DA163214}">
      <dsp:nvSpPr>
        <dsp:cNvPr id="0" name=""/>
        <dsp:cNvSpPr/>
      </dsp:nvSpPr>
      <dsp:spPr>
        <a:xfrm>
          <a:off x="3982840" y="1569561"/>
          <a:ext cx="3402630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3402630" y="104192"/>
              </a:lnTo>
              <a:lnTo>
                <a:pt x="340263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E2EA9-382F-4604-AAE4-07232C89ED94}">
      <dsp:nvSpPr>
        <dsp:cNvPr id="0" name=""/>
        <dsp:cNvSpPr/>
      </dsp:nvSpPr>
      <dsp:spPr>
        <a:xfrm>
          <a:off x="3982840" y="1569561"/>
          <a:ext cx="2648323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2648323" y="104192"/>
              </a:lnTo>
              <a:lnTo>
                <a:pt x="2648323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0B5403-3AB0-4E12-9DF2-5C2F796CD1C1}">
      <dsp:nvSpPr>
        <dsp:cNvPr id="0" name=""/>
        <dsp:cNvSpPr/>
      </dsp:nvSpPr>
      <dsp:spPr>
        <a:xfrm>
          <a:off x="3982840" y="1569561"/>
          <a:ext cx="1833567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1833567" y="104192"/>
              </a:lnTo>
              <a:lnTo>
                <a:pt x="1833567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D04254-00C6-4432-B4E1-FDE5939F982B}">
      <dsp:nvSpPr>
        <dsp:cNvPr id="0" name=""/>
        <dsp:cNvSpPr/>
      </dsp:nvSpPr>
      <dsp:spPr>
        <a:xfrm>
          <a:off x="3982840" y="1569561"/>
          <a:ext cx="1042962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1042962" y="104192"/>
              </a:lnTo>
              <a:lnTo>
                <a:pt x="1042962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2636FF-AD47-4C76-8CC3-55CFB9EAAB88}">
      <dsp:nvSpPr>
        <dsp:cNvPr id="0" name=""/>
        <dsp:cNvSpPr/>
      </dsp:nvSpPr>
      <dsp:spPr>
        <a:xfrm>
          <a:off x="3982840" y="1569561"/>
          <a:ext cx="257492" cy="164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192"/>
              </a:lnTo>
              <a:lnTo>
                <a:pt x="257492" y="104192"/>
              </a:lnTo>
              <a:lnTo>
                <a:pt x="257492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9BC94-EEBE-4A14-8FBC-EBEA62C30F08}">
      <dsp:nvSpPr>
        <dsp:cNvPr id="0" name=""/>
        <dsp:cNvSpPr/>
      </dsp:nvSpPr>
      <dsp:spPr>
        <a:xfrm>
          <a:off x="3476267" y="1569561"/>
          <a:ext cx="506573" cy="164546"/>
        </a:xfrm>
        <a:custGeom>
          <a:avLst/>
          <a:gdLst/>
          <a:ahLst/>
          <a:cxnLst/>
          <a:rect l="0" t="0" r="0" b="0"/>
          <a:pathLst>
            <a:path>
              <a:moveTo>
                <a:pt x="506573" y="0"/>
              </a:moveTo>
              <a:lnTo>
                <a:pt x="506573" y="104192"/>
              </a:lnTo>
              <a:lnTo>
                <a:pt x="0" y="104192"/>
              </a:lnTo>
              <a:lnTo>
                <a:pt x="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E77AB5-7238-41C5-B406-81255BC97DEC}">
      <dsp:nvSpPr>
        <dsp:cNvPr id="0" name=""/>
        <dsp:cNvSpPr/>
      </dsp:nvSpPr>
      <dsp:spPr>
        <a:xfrm>
          <a:off x="2742952" y="1569561"/>
          <a:ext cx="1239888" cy="164546"/>
        </a:xfrm>
        <a:custGeom>
          <a:avLst/>
          <a:gdLst/>
          <a:ahLst/>
          <a:cxnLst/>
          <a:rect l="0" t="0" r="0" b="0"/>
          <a:pathLst>
            <a:path>
              <a:moveTo>
                <a:pt x="1239888" y="0"/>
              </a:moveTo>
              <a:lnTo>
                <a:pt x="1239888" y="104192"/>
              </a:lnTo>
              <a:lnTo>
                <a:pt x="0" y="104192"/>
              </a:lnTo>
              <a:lnTo>
                <a:pt x="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3DDC3-CDA6-4736-92F1-5C9669DF8906}">
      <dsp:nvSpPr>
        <dsp:cNvPr id="0" name=""/>
        <dsp:cNvSpPr/>
      </dsp:nvSpPr>
      <dsp:spPr>
        <a:xfrm>
          <a:off x="1949829" y="1569561"/>
          <a:ext cx="2033011" cy="164546"/>
        </a:xfrm>
        <a:custGeom>
          <a:avLst/>
          <a:gdLst/>
          <a:ahLst/>
          <a:cxnLst/>
          <a:rect l="0" t="0" r="0" b="0"/>
          <a:pathLst>
            <a:path>
              <a:moveTo>
                <a:pt x="2033011" y="0"/>
              </a:moveTo>
              <a:lnTo>
                <a:pt x="2033011" y="104192"/>
              </a:lnTo>
              <a:lnTo>
                <a:pt x="0" y="104192"/>
              </a:lnTo>
              <a:lnTo>
                <a:pt x="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0C9A4-98DB-4120-A48A-9DD4F596659B}">
      <dsp:nvSpPr>
        <dsp:cNvPr id="0" name=""/>
        <dsp:cNvSpPr/>
      </dsp:nvSpPr>
      <dsp:spPr>
        <a:xfrm>
          <a:off x="1170185" y="1569561"/>
          <a:ext cx="2812655" cy="164546"/>
        </a:xfrm>
        <a:custGeom>
          <a:avLst/>
          <a:gdLst/>
          <a:ahLst/>
          <a:cxnLst/>
          <a:rect l="0" t="0" r="0" b="0"/>
          <a:pathLst>
            <a:path>
              <a:moveTo>
                <a:pt x="2812655" y="0"/>
              </a:moveTo>
              <a:lnTo>
                <a:pt x="2812655" y="104192"/>
              </a:lnTo>
              <a:lnTo>
                <a:pt x="0" y="104192"/>
              </a:lnTo>
              <a:lnTo>
                <a:pt x="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3A0E9-2800-4D21-A716-3FE2723E521B}">
      <dsp:nvSpPr>
        <dsp:cNvPr id="0" name=""/>
        <dsp:cNvSpPr/>
      </dsp:nvSpPr>
      <dsp:spPr>
        <a:xfrm>
          <a:off x="357257" y="1569561"/>
          <a:ext cx="3625583" cy="164546"/>
        </a:xfrm>
        <a:custGeom>
          <a:avLst/>
          <a:gdLst/>
          <a:ahLst/>
          <a:cxnLst/>
          <a:rect l="0" t="0" r="0" b="0"/>
          <a:pathLst>
            <a:path>
              <a:moveTo>
                <a:pt x="3625583" y="0"/>
              </a:moveTo>
              <a:lnTo>
                <a:pt x="3625583" y="104192"/>
              </a:lnTo>
              <a:lnTo>
                <a:pt x="0" y="104192"/>
              </a:lnTo>
              <a:lnTo>
                <a:pt x="0" y="1645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859BAC-F35E-49D4-B968-B16161866007}">
      <dsp:nvSpPr>
        <dsp:cNvPr id="0" name=""/>
        <dsp:cNvSpPr/>
      </dsp:nvSpPr>
      <dsp:spPr>
        <a:xfrm>
          <a:off x="3338032" y="976212"/>
          <a:ext cx="1289617" cy="593349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Muhammad Ashfaq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Operation Manager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H&amp;S Leader</a:t>
          </a:r>
        </a:p>
      </dsp:txBody>
      <dsp:txXfrm>
        <a:off x="3338032" y="976212"/>
        <a:ext cx="1289617" cy="593349"/>
      </dsp:txXfrm>
    </dsp:sp>
    <dsp:sp modelId="{56A2E191-DF2E-4726-9AA4-91721EA03B4D}">
      <dsp:nvSpPr>
        <dsp:cNvPr id="0" name=""/>
        <dsp:cNvSpPr/>
      </dsp:nvSpPr>
      <dsp:spPr>
        <a:xfrm>
          <a:off x="2829" y="1734108"/>
          <a:ext cx="708856" cy="9192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Otabek Abdukhaev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Prod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Fall Protec Leader</a:t>
          </a:r>
        </a:p>
      </dsp:txBody>
      <dsp:txXfrm>
        <a:off x="2829" y="1734108"/>
        <a:ext cx="708856" cy="919215"/>
      </dsp:txXfrm>
    </dsp:sp>
    <dsp:sp modelId="{6C002600-55FC-4008-A151-9F252F1CDDCF}">
      <dsp:nvSpPr>
        <dsp:cNvPr id="0" name=""/>
        <dsp:cNvSpPr/>
      </dsp:nvSpPr>
      <dsp:spPr>
        <a:xfrm>
          <a:off x="832395" y="1734108"/>
          <a:ext cx="675580" cy="919057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Olga Yugay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 err="1">
              <a:solidFill>
                <a:schemeClr val="bg1"/>
              </a:solidFill>
            </a:rPr>
            <a:t>Qlty</a:t>
          </a:r>
          <a:r>
            <a:rPr lang="en-US" sz="800" b="1" kern="1200" dirty="0">
              <a:solidFill>
                <a:schemeClr val="bg1"/>
              </a:solidFill>
            </a:rPr>
            <a:t> Manager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Chemical Expert</a:t>
          </a:r>
        </a:p>
      </dsp:txBody>
      <dsp:txXfrm>
        <a:off x="832395" y="1734108"/>
        <a:ext cx="675580" cy="919057"/>
      </dsp:txXfrm>
    </dsp:sp>
    <dsp:sp modelId="{DF9B2AA6-C348-4A4D-B10B-4B48435ED51E}">
      <dsp:nvSpPr>
        <dsp:cNvPr id="0" name=""/>
        <dsp:cNvSpPr/>
      </dsp:nvSpPr>
      <dsp:spPr>
        <a:xfrm>
          <a:off x="1628685" y="1734108"/>
          <a:ext cx="642288" cy="921411"/>
        </a:xfrm>
        <a:prstGeom prst="rect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Rushaniya Yanova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H&amp;S Engr</a:t>
          </a:r>
        </a:p>
      </dsp:txBody>
      <dsp:txXfrm>
        <a:off x="1628685" y="1734108"/>
        <a:ext cx="642288" cy="921411"/>
      </dsp:txXfrm>
    </dsp:sp>
    <dsp:sp modelId="{9BCDF3CE-63D2-458D-B598-D9BA07C8F013}">
      <dsp:nvSpPr>
        <dsp:cNvPr id="0" name=""/>
        <dsp:cNvSpPr/>
      </dsp:nvSpPr>
      <dsp:spPr>
        <a:xfrm>
          <a:off x="2421854" y="1734108"/>
          <a:ext cx="642196" cy="921411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Orif </a:t>
          </a:r>
          <a:r>
            <a:rPr lang="en-US" sz="800" kern="1200" dirty="0" err="1"/>
            <a:t>Burhanov</a:t>
          </a:r>
          <a:endParaRPr lang="en-US" sz="800" kern="120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WH Manager</a:t>
          </a:r>
        </a:p>
      </dsp:txBody>
      <dsp:txXfrm>
        <a:off x="2421854" y="1734108"/>
        <a:ext cx="642196" cy="921411"/>
      </dsp:txXfrm>
    </dsp:sp>
    <dsp:sp modelId="{CCD2B52B-BC68-4126-8C78-AACBEAAF6CE9}">
      <dsp:nvSpPr>
        <dsp:cNvPr id="0" name=""/>
        <dsp:cNvSpPr/>
      </dsp:nvSpPr>
      <dsp:spPr>
        <a:xfrm>
          <a:off x="3154588" y="1734108"/>
          <a:ext cx="643357" cy="921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>
              <a:solidFill>
                <a:schemeClr val="bg1"/>
              </a:solidFill>
            </a:rPr>
            <a:t>Sadik </a:t>
          </a:r>
          <a:r>
            <a:rPr lang="en-US" sz="800" b="0" kern="1200" dirty="0" err="1">
              <a:solidFill>
                <a:schemeClr val="bg1"/>
              </a:solidFill>
            </a:rPr>
            <a:t>Saidakbarov</a:t>
          </a:r>
          <a:r>
            <a:rPr lang="en-US" sz="800" b="1" kern="1200" dirty="0" err="1">
              <a:solidFill>
                <a:schemeClr val="bg1"/>
              </a:solidFill>
            </a:rPr>
            <a:t>Utility</a:t>
          </a:r>
          <a:r>
            <a:rPr lang="en-US" sz="800" b="1" kern="1200" dirty="0">
              <a:solidFill>
                <a:schemeClr val="bg1"/>
              </a:solidFill>
            </a:rPr>
            <a:t> Supervisor Compressed Gas Mgmt. Expert</a:t>
          </a:r>
        </a:p>
      </dsp:txBody>
      <dsp:txXfrm>
        <a:off x="3154588" y="1734108"/>
        <a:ext cx="643357" cy="921411"/>
      </dsp:txXfrm>
    </dsp:sp>
    <dsp:sp modelId="{93330B6D-EB7E-4DD6-9D90-949B45A65C04}">
      <dsp:nvSpPr>
        <dsp:cNvPr id="0" name=""/>
        <dsp:cNvSpPr/>
      </dsp:nvSpPr>
      <dsp:spPr>
        <a:xfrm>
          <a:off x="3918655" y="1734108"/>
          <a:ext cx="643357" cy="921316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solidFill>
                <a:schemeClr val="bg1"/>
              </a:solidFill>
            </a:rPr>
            <a:t>Khodoyberdi</a:t>
          </a:r>
          <a:r>
            <a:rPr lang="en-US" sz="800" kern="1200" dirty="0">
              <a:solidFill>
                <a:schemeClr val="bg1"/>
              </a:solidFill>
            </a:rPr>
            <a:t> </a:t>
          </a:r>
          <a:r>
            <a:rPr lang="en-US" sz="800" kern="1200" dirty="0" err="1">
              <a:solidFill>
                <a:schemeClr val="bg1"/>
              </a:solidFill>
            </a:rPr>
            <a:t>Khodjaev</a:t>
          </a:r>
          <a:endParaRPr lang="en-US" sz="800" kern="1200" dirty="0">
            <a:solidFill>
              <a:schemeClr val="bg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</a:rPr>
            <a:t> </a:t>
          </a:r>
          <a:r>
            <a:rPr lang="en-US" sz="800" b="1" kern="1200" dirty="0">
              <a:solidFill>
                <a:schemeClr val="bg1"/>
              </a:solidFill>
            </a:rPr>
            <a:t>Electrical Safety Expert</a:t>
          </a:r>
        </a:p>
      </dsp:txBody>
      <dsp:txXfrm>
        <a:off x="3918655" y="1734108"/>
        <a:ext cx="643357" cy="921316"/>
      </dsp:txXfrm>
    </dsp:sp>
    <dsp:sp modelId="{DB32452D-7687-44EF-BBCB-E4ACD2C3C49F}">
      <dsp:nvSpPr>
        <dsp:cNvPr id="0" name=""/>
        <dsp:cNvSpPr/>
      </dsp:nvSpPr>
      <dsp:spPr>
        <a:xfrm>
          <a:off x="4693240" y="1734108"/>
          <a:ext cx="665125" cy="92332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</a:rPr>
            <a:t>Izzat </a:t>
          </a:r>
          <a:r>
            <a:rPr lang="en-US" sz="800" kern="1200" dirty="0" err="1">
              <a:solidFill>
                <a:schemeClr val="bg1"/>
              </a:solidFill>
            </a:rPr>
            <a:t>Djalolitdinov</a:t>
          </a:r>
          <a:endParaRPr lang="en-US" sz="800" kern="1200" dirty="0">
            <a:solidFill>
              <a:schemeClr val="bg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bg1"/>
              </a:solidFill>
            </a:rPr>
            <a:t>Maintenance. Engr</a:t>
          </a:r>
        </a:p>
      </dsp:txBody>
      <dsp:txXfrm>
        <a:off x="4693240" y="1734108"/>
        <a:ext cx="665125" cy="923322"/>
      </dsp:txXfrm>
    </dsp:sp>
    <dsp:sp modelId="{7AF333C4-A696-4B1E-8D9D-52144977E979}">
      <dsp:nvSpPr>
        <dsp:cNvPr id="0" name=""/>
        <dsp:cNvSpPr/>
      </dsp:nvSpPr>
      <dsp:spPr>
        <a:xfrm>
          <a:off x="5468556" y="1734108"/>
          <a:ext cx="695704" cy="913507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80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kern="1200" dirty="0">
              <a:solidFill>
                <a:schemeClr val="tx1"/>
              </a:solidFill>
            </a:rPr>
            <a:t>Taras Kharlamov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kern="1200" dirty="0">
              <a:solidFill>
                <a:schemeClr val="tx1"/>
              </a:solidFill>
            </a:rPr>
            <a:t>Azamat Khasanov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0" kern="1200" dirty="0" err="1">
              <a:solidFill>
                <a:schemeClr val="tx1"/>
              </a:solidFill>
            </a:rPr>
            <a:t>Bahadir</a:t>
          </a:r>
          <a:r>
            <a:rPr lang="en-US" sz="800" b="0" kern="1200" dirty="0">
              <a:solidFill>
                <a:schemeClr val="tx1"/>
              </a:solidFill>
            </a:rPr>
            <a:t> Ismailov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en-US" sz="800" b="1" kern="1200" dirty="0">
              <a:solidFill>
                <a:schemeClr val="tx1"/>
              </a:solidFill>
            </a:rPr>
            <a:t>Safety Captains</a:t>
          </a: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800" b="1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800" b="1" kern="1200" dirty="0">
            <a:solidFill>
              <a:schemeClr val="tx1"/>
            </a:solidFill>
          </a:endParaRPr>
        </a:p>
      </dsp:txBody>
      <dsp:txXfrm>
        <a:off x="5468556" y="1734108"/>
        <a:ext cx="695704" cy="913507"/>
      </dsp:txXfrm>
    </dsp:sp>
    <dsp:sp modelId="{94DD8FAD-1916-4A3C-B2A3-7F0C8E038161}">
      <dsp:nvSpPr>
        <dsp:cNvPr id="0" name=""/>
        <dsp:cNvSpPr/>
      </dsp:nvSpPr>
      <dsp:spPr>
        <a:xfrm>
          <a:off x="6284970" y="1734108"/>
          <a:ext cx="692388" cy="926314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0" kern="1200" dirty="0">
              <a:solidFill>
                <a:schemeClr val="tx1"/>
              </a:solidFill>
            </a:rPr>
            <a:t>Gulnoza Abdurazakova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1" kern="1200" dirty="0">
              <a:solidFill>
                <a:schemeClr val="tx1"/>
              </a:solidFill>
            </a:rPr>
            <a:t>Quality Engr</a:t>
          </a:r>
        </a:p>
      </dsp:txBody>
      <dsp:txXfrm>
        <a:off x="6284970" y="1734108"/>
        <a:ext cx="692388" cy="926314"/>
      </dsp:txXfrm>
    </dsp:sp>
    <dsp:sp modelId="{E9FAEAD2-DE09-4F07-AEAD-2EABD394693F}">
      <dsp:nvSpPr>
        <dsp:cNvPr id="0" name=""/>
        <dsp:cNvSpPr/>
      </dsp:nvSpPr>
      <dsp:spPr>
        <a:xfrm>
          <a:off x="7098068" y="1734108"/>
          <a:ext cx="574805" cy="953812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0" kern="1200" dirty="0">
              <a:solidFill>
                <a:schemeClr val="tx1"/>
              </a:solidFill>
            </a:rPr>
            <a:t>Munis Kurbonov, </a:t>
          </a:r>
          <a:r>
            <a:rPr lang="en-US" sz="800" b="0" kern="1200" dirty="0" err="1">
              <a:solidFill>
                <a:schemeClr val="tx1"/>
              </a:solidFill>
            </a:rPr>
            <a:t>Nurmuhammad</a:t>
          </a:r>
          <a:r>
            <a:rPr lang="en-US" sz="800" b="0" kern="1200" dirty="0">
              <a:solidFill>
                <a:schemeClr val="tx1"/>
              </a:solidFill>
            </a:rPr>
            <a:t> </a:t>
          </a:r>
          <a:r>
            <a:rPr lang="en-US" sz="800" b="0" kern="1200" dirty="0" err="1">
              <a:solidFill>
                <a:schemeClr val="tx1"/>
              </a:solidFill>
            </a:rPr>
            <a:t>Razzokov</a:t>
          </a: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1" kern="1200" dirty="0">
              <a:solidFill>
                <a:schemeClr val="tx1"/>
              </a:solidFill>
            </a:rPr>
            <a:t>Production </a:t>
          </a:r>
          <a:r>
            <a:rPr lang="en-US" sz="800" b="1" kern="1200" dirty="0" err="1">
              <a:solidFill>
                <a:schemeClr val="tx1"/>
              </a:solidFill>
            </a:rPr>
            <a:t>Engrs</a:t>
          </a:r>
          <a:endParaRPr lang="en-US" sz="800" b="1" kern="1200" dirty="0">
            <a:solidFill>
              <a:schemeClr val="tx1"/>
            </a:solidFill>
          </a:endParaRPr>
        </a:p>
      </dsp:txBody>
      <dsp:txXfrm>
        <a:off x="7098068" y="1734108"/>
        <a:ext cx="574805" cy="953812"/>
      </dsp:txXfrm>
    </dsp:sp>
    <dsp:sp modelId="{774D7615-AA98-4E30-9133-E130149E5E0E}">
      <dsp:nvSpPr>
        <dsp:cNvPr id="0" name=""/>
        <dsp:cNvSpPr/>
      </dsp:nvSpPr>
      <dsp:spPr>
        <a:xfrm>
          <a:off x="7793583" y="1734108"/>
          <a:ext cx="574805" cy="942851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0" kern="1200" dirty="0">
              <a:solidFill>
                <a:schemeClr val="tx1"/>
              </a:solidFill>
            </a:rPr>
            <a:t>Iskandar </a:t>
          </a:r>
          <a:r>
            <a:rPr lang="en-US" sz="800" b="0" kern="1200" dirty="0" err="1">
              <a:solidFill>
                <a:schemeClr val="tx1"/>
              </a:solidFill>
            </a:rPr>
            <a:t>Ahmedjanov</a:t>
          </a:r>
          <a:endParaRPr lang="en-US" sz="800" b="0" kern="1200" dirty="0">
            <a:solidFill>
              <a:schemeClr val="tx1"/>
            </a:solidFill>
          </a:endParaRP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800" b="1" kern="1200" dirty="0">
              <a:solidFill>
                <a:schemeClr val="tx1"/>
              </a:solidFill>
            </a:rPr>
            <a:t>Supervisor of administration</a:t>
          </a:r>
        </a:p>
      </dsp:txBody>
      <dsp:txXfrm>
        <a:off x="7793583" y="1734108"/>
        <a:ext cx="574805" cy="942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05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0684" y="980768"/>
            <a:ext cx="3417604" cy="3207775"/>
          </a:xfrm>
          <a:prstGeom prst="ellipse">
            <a:avLst/>
          </a:prstGeom>
        </p:spPr>
        <p:txBody>
          <a:bodyPr anchor="ctr">
            <a:noAutofit/>
          </a:bodyPr>
          <a:lstStyle>
            <a:lvl1pPr algn="ctr"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4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952" y="400561"/>
            <a:ext cx="7886700" cy="2139553"/>
          </a:xfrm>
        </p:spPr>
        <p:txBody>
          <a:bodyPr anchor="b">
            <a:normAutofit/>
          </a:bodyPr>
          <a:lstStyle>
            <a:lvl1pPr algn="ctr">
              <a:defRPr lang="en-US" sz="5400" kern="1200" dirty="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952" y="2540114"/>
            <a:ext cx="7886700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1900-98F8-480A-BEC0-26F63D3202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4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1900-98F8-480A-BEC0-26F63D3202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7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1900-98F8-480A-BEC0-26F63D32029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8996" y="60087"/>
            <a:ext cx="9025022" cy="642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58996" y="840735"/>
            <a:ext cx="9025022" cy="3893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7852040" y="4628066"/>
            <a:ext cx="1218811" cy="469460"/>
            <a:chOff x="10488636" y="6180380"/>
            <a:chExt cx="1625081" cy="625946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506"/>
              <a:ext cx="168357" cy="60943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380"/>
              <a:ext cx="1625081" cy="625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410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7501"/>
            <a:ext cx="9144000" cy="87085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11900-98F8-480A-BEC0-26F63D3202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8997" y="55582"/>
            <a:ext cx="7613222" cy="6062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58998" y="803787"/>
            <a:ext cx="8990862" cy="384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794287" y="108391"/>
            <a:ext cx="1218811" cy="469460"/>
            <a:chOff x="10488636" y="6180380"/>
            <a:chExt cx="1625081" cy="625946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506"/>
              <a:ext cx="168357" cy="60943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380"/>
              <a:ext cx="1625081" cy="625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928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7501"/>
            <a:ext cx="9144000" cy="87085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11900-98F8-480A-BEC0-26F63D3202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3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1408391" y="1331343"/>
            <a:ext cx="6532210" cy="2518559"/>
            <a:chOff x="1296729" y="1749724"/>
            <a:chExt cx="8709613" cy="3358079"/>
          </a:xfrm>
        </p:grpSpPr>
        <p:pic>
          <p:nvPicPr>
            <p:cNvPr id="3" name="Picture 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729" y="1749724"/>
              <a:ext cx="871796" cy="3269951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729" y="1753048"/>
              <a:ext cx="8709613" cy="33547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970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7"/>
          <a:stretch/>
        </p:blipFill>
        <p:spPr>
          <a:xfrm>
            <a:off x="0" y="-7883"/>
            <a:ext cx="657291" cy="51316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87" t="15198" r="33911" b="15842"/>
          <a:stretch/>
        </p:blipFill>
        <p:spPr>
          <a:xfrm>
            <a:off x="-4707" y="-179183"/>
            <a:ext cx="873658" cy="5427606"/>
          </a:xfrm>
          <a:prstGeom prst="rect">
            <a:avLst/>
          </a:prstGeom>
        </p:spPr>
      </p:pic>
      <p:grpSp>
        <p:nvGrpSpPr>
          <p:cNvPr id="25" name="Group 24"/>
          <p:cNvGrpSpPr/>
          <p:nvPr userDrawn="1"/>
        </p:nvGrpSpPr>
        <p:grpSpPr>
          <a:xfrm>
            <a:off x="7852040" y="4628066"/>
            <a:ext cx="1218811" cy="469460"/>
            <a:chOff x="10488636" y="6180380"/>
            <a:chExt cx="1625081" cy="625946"/>
          </a:xfrm>
        </p:grpSpPr>
        <p:pic>
          <p:nvPicPr>
            <p:cNvPr id="24" name="Picture 23"/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506"/>
              <a:ext cx="168357" cy="60943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636" y="6180380"/>
              <a:ext cx="1625081" cy="625946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458958" y="273845"/>
            <a:ext cx="8518787" cy="563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28650" y="931834"/>
            <a:ext cx="8349095" cy="3690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3105289" y="479998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47485" y="4804917"/>
            <a:ext cx="1768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7B111900-98F8-480A-BEC0-26F63D3202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SIPCMContentMarking" descr="{&quot;HashCode&quot;:-28974686,&quot;Placement&quot;:&quot;Footer&quot;}">
            <a:extLst>
              <a:ext uri="{FF2B5EF4-FFF2-40B4-BE49-F238E27FC236}">
                <a16:creationId xmlns:a16="http://schemas.microsoft.com/office/drawing/2014/main" id="{04CCE15B-8D67-4E6B-BD76-46D774B01D31}"/>
              </a:ext>
            </a:extLst>
          </p:cNvPr>
          <p:cNvSpPr txBox="1"/>
          <p:nvPr userDrawn="1"/>
        </p:nvSpPr>
        <p:spPr>
          <a:xfrm>
            <a:off x="3998597" y="4864065"/>
            <a:ext cx="1146807" cy="2794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A80000"/>
                </a:solidFill>
                <a:latin typeface="Calibri" panose="020F0502020204030204" pitchFamily="34" charset="0"/>
              </a:rPr>
              <a:t>CONFIDENTIAL</a:t>
            </a:r>
            <a:endParaRPr lang="en-PK" sz="1100">
              <a:solidFill>
                <a:srgbClr val="A8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09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E8C3089-F576-4583-9A48-B04F16FC4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0124124"/>
              </p:ext>
            </p:extLst>
          </p:nvPr>
        </p:nvGraphicFramePr>
        <p:xfrm>
          <a:off x="680632" y="864781"/>
          <a:ext cx="8371219" cy="3707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A23584-0810-4F43-8B02-9308EDBE36F9}"/>
              </a:ext>
            </a:extLst>
          </p:cNvPr>
          <p:cNvSpPr txBox="1"/>
          <p:nvPr/>
        </p:nvSpPr>
        <p:spPr>
          <a:xfrm>
            <a:off x="1267438" y="218450"/>
            <a:ext cx="7195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Samarkand Plant H&amp;S Steering Committee</a:t>
            </a:r>
          </a:p>
        </p:txBody>
      </p:sp>
    </p:spTree>
    <p:extLst>
      <p:ext uri="{BB962C8B-B14F-4D97-AF65-F5344CB8AC3E}">
        <p14:creationId xmlns:p14="http://schemas.microsoft.com/office/powerpoint/2010/main" val="293153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row: Right 8">
            <a:extLst>
              <a:ext uri="{FF2B5EF4-FFF2-40B4-BE49-F238E27FC236}">
                <a16:creationId xmlns:a16="http://schemas.microsoft.com/office/drawing/2014/main" id="{F65D9092-4CE4-5145-1B58-4C9160B46282}"/>
              </a:ext>
            </a:extLst>
          </p:cNvPr>
          <p:cNvSpPr/>
          <p:nvPr/>
        </p:nvSpPr>
        <p:spPr>
          <a:xfrm>
            <a:off x="1569855" y="3792350"/>
            <a:ext cx="2167061" cy="191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3E9FD4B-63A0-7A51-4152-20D087FD095D}"/>
              </a:ext>
            </a:extLst>
          </p:cNvPr>
          <p:cNvSpPr/>
          <p:nvPr/>
        </p:nvSpPr>
        <p:spPr>
          <a:xfrm>
            <a:off x="3883375" y="3342011"/>
            <a:ext cx="1319332" cy="1092424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dirty="0"/>
              <a:t>Muhammad Ashfaq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Operation Manager 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H&amp;S Leader</a:t>
            </a:r>
          </a:p>
          <a:p>
            <a:pPr lvl="0" algn="ctr"/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38524A-617C-A7F5-FC93-1DE1C77D221F}"/>
              </a:ext>
            </a:extLst>
          </p:cNvPr>
          <p:cNvSpPr/>
          <p:nvPr/>
        </p:nvSpPr>
        <p:spPr>
          <a:xfrm rot="10800000">
            <a:off x="5407084" y="3792350"/>
            <a:ext cx="2167061" cy="191746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AAE0DA0-BEE5-5B4D-F966-27F44D15D2D1}"/>
              </a:ext>
            </a:extLst>
          </p:cNvPr>
          <p:cNvSpPr/>
          <p:nvPr/>
        </p:nvSpPr>
        <p:spPr>
          <a:xfrm rot="5400000">
            <a:off x="3388562" y="1827769"/>
            <a:ext cx="2428326" cy="190924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D5904B6-7C20-84E2-5455-85407B4E20A7}"/>
              </a:ext>
            </a:extLst>
          </p:cNvPr>
          <p:cNvSpPr/>
          <p:nvPr/>
        </p:nvSpPr>
        <p:spPr>
          <a:xfrm rot="6390371">
            <a:off x="3956107" y="1838985"/>
            <a:ext cx="2516778" cy="2641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DAC76BA-1A06-939A-8F52-8B8F23734FB1}"/>
              </a:ext>
            </a:extLst>
          </p:cNvPr>
          <p:cNvSpPr/>
          <p:nvPr/>
        </p:nvSpPr>
        <p:spPr>
          <a:xfrm rot="7377382">
            <a:off x="4559653" y="2219414"/>
            <a:ext cx="2242109" cy="261627"/>
          </a:xfrm>
          <a:prstGeom prst="right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536A814-AB76-89A7-ACEE-34B918B76A12}"/>
              </a:ext>
            </a:extLst>
          </p:cNvPr>
          <p:cNvSpPr/>
          <p:nvPr/>
        </p:nvSpPr>
        <p:spPr>
          <a:xfrm rot="8626312">
            <a:off x="5026946" y="2710928"/>
            <a:ext cx="2142896" cy="18366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362BDC1-2EA4-5464-AD3A-8C10A03E3D42}"/>
              </a:ext>
            </a:extLst>
          </p:cNvPr>
          <p:cNvSpPr/>
          <p:nvPr/>
        </p:nvSpPr>
        <p:spPr>
          <a:xfrm rot="9596622">
            <a:off x="5321438" y="3193048"/>
            <a:ext cx="2037724" cy="19833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D1B4057-E3DF-1155-03BA-6C15E7158461}"/>
              </a:ext>
            </a:extLst>
          </p:cNvPr>
          <p:cNvSpPr/>
          <p:nvPr/>
        </p:nvSpPr>
        <p:spPr>
          <a:xfrm rot="4631225">
            <a:off x="2836209" y="1917983"/>
            <a:ext cx="2409979" cy="17528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D33FD74-8E48-D4AB-15D9-35442605A880}"/>
              </a:ext>
            </a:extLst>
          </p:cNvPr>
          <p:cNvSpPr/>
          <p:nvPr/>
        </p:nvSpPr>
        <p:spPr>
          <a:xfrm rot="3366688">
            <a:off x="2332903" y="2229409"/>
            <a:ext cx="2288625" cy="24609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E871B5-B7AB-89F9-BE5D-DE9925E3F6E4}"/>
              </a:ext>
            </a:extLst>
          </p:cNvPr>
          <p:cNvSpPr/>
          <p:nvPr/>
        </p:nvSpPr>
        <p:spPr>
          <a:xfrm rot="2060996">
            <a:off x="1950144" y="2757819"/>
            <a:ext cx="2142896" cy="18366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796ED98-4B49-FF78-167F-1EAEEB376368}"/>
              </a:ext>
            </a:extLst>
          </p:cNvPr>
          <p:cNvSpPr/>
          <p:nvPr/>
        </p:nvSpPr>
        <p:spPr>
          <a:xfrm rot="1194059">
            <a:off x="1800855" y="3253119"/>
            <a:ext cx="2037724" cy="19833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B4108F5E-E71E-010C-833E-7670B87F6DB6}"/>
              </a:ext>
            </a:extLst>
          </p:cNvPr>
          <p:cNvSpPr/>
          <p:nvPr/>
        </p:nvSpPr>
        <p:spPr>
          <a:xfrm>
            <a:off x="552859" y="3528126"/>
            <a:ext cx="1146463" cy="72019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800" dirty="0"/>
          </a:p>
          <a:p>
            <a:pPr lvl="0" algn="ctr"/>
            <a:r>
              <a:rPr lang="en-US" sz="800" dirty="0"/>
              <a:t>Otabek Abdukhaev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Prod Manager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Fall Protec Leader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9595139-3627-D61E-6B77-F6DE1B72E21A}"/>
              </a:ext>
            </a:extLst>
          </p:cNvPr>
          <p:cNvSpPr/>
          <p:nvPr/>
        </p:nvSpPr>
        <p:spPr>
          <a:xfrm>
            <a:off x="4019219" y="6343"/>
            <a:ext cx="1146463" cy="720191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None/>
            </a:pPr>
            <a:r>
              <a:rPr lang="en-US" sz="800" dirty="0" err="1">
                <a:solidFill>
                  <a:schemeClr val="tx1"/>
                </a:solidFill>
              </a:rPr>
              <a:t>Khodoyberdi</a:t>
            </a: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dirty="0" err="1">
                <a:solidFill>
                  <a:schemeClr val="tx1"/>
                </a:solidFill>
              </a:rPr>
              <a:t>Khodjaev</a:t>
            </a:r>
            <a:endParaRPr lang="en-US" sz="800" dirty="0">
              <a:solidFill>
                <a:schemeClr val="tx1"/>
              </a:solidFill>
            </a:endParaRPr>
          </a:p>
          <a:p>
            <a:pPr lvl="0" algn="ctr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r>
              <a:rPr lang="en-US" sz="800" b="1" dirty="0">
                <a:solidFill>
                  <a:schemeClr val="tx1"/>
                </a:solidFill>
              </a:rPr>
              <a:t>Electrical Safety Expert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B1A217A7-370C-4032-93F8-7A43DECEC8A8}"/>
              </a:ext>
            </a:extLst>
          </p:cNvPr>
          <p:cNvSpPr/>
          <p:nvPr/>
        </p:nvSpPr>
        <p:spPr>
          <a:xfrm>
            <a:off x="2941317" y="129888"/>
            <a:ext cx="1146463" cy="720191"/>
          </a:xfrm>
          <a:prstGeom prst="flowChartAlternateProcess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None/>
            </a:pPr>
            <a:r>
              <a:rPr lang="en-US" sz="800" b="0" dirty="0">
                <a:solidFill>
                  <a:schemeClr val="bg1"/>
                </a:solidFill>
              </a:rPr>
              <a:t>Sadik </a:t>
            </a:r>
            <a:r>
              <a:rPr lang="en-US" sz="800" b="0" dirty="0" err="1">
                <a:solidFill>
                  <a:schemeClr val="bg1"/>
                </a:solidFill>
              </a:rPr>
              <a:t>Saidakbarov</a:t>
            </a:r>
            <a:r>
              <a:rPr lang="en-US" sz="800" b="1" dirty="0" err="1">
                <a:solidFill>
                  <a:schemeClr val="bg1"/>
                </a:solidFill>
              </a:rPr>
              <a:t>Utility</a:t>
            </a:r>
            <a:r>
              <a:rPr lang="en-US" sz="800" b="1" dirty="0">
                <a:solidFill>
                  <a:schemeClr val="bg1"/>
                </a:solidFill>
              </a:rPr>
              <a:t> Supervisor Compressed Gas Mgmt. Expert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A2E4D596-DF8D-B096-14A5-B1120E31C7DF}"/>
              </a:ext>
            </a:extLst>
          </p:cNvPr>
          <p:cNvSpPr/>
          <p:nvPr/>
        </p:nvSpPr>
        <p:spPr>
          <a:xfrm>
            <a:off x="1768780" y="807122"/>
            <a:ext cx="1146463" cy="720191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dirty="0"/>
              <a:t>Orif </a:t>
            </a:r>
            <a:r>
              <a:rPr lang="en-US" sz="800" dirty="0" err="1"/>
              <a:t>Burhanov</a:t>
            </a:r>
            <a:endParaRPr lang="en-US" sz="800" dirty="0"/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WH Manager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A6BA77BA-21F4-2D4C-EA9E-AA8C7E2F1B4D}"/>
              </a:ext>
            </a:extLst>
          </p:cNvPr>
          <p:cNvSpPr/>
          <p:nvPr/>
        </p:nvSpPr>
        <p:spPr>
          <a:xfrm>
            <a:off x="1109781" y="1776026"/>
            <a:ext cx="1146463" cy="720191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800" dirty="0"/>
              <a:t>Rushaniya Yanova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H&amp;S Engr</a:t>
            </a:r>
            <a:endParaRPr lang="uz-Cyrl-UZ" sz="1000" dirty="0"/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2D39D076-C120-16F0-9730-DF7AD8309D8F}"/>
              </a:ext>
            </a:extLst>
          </p:cNvPr>
          <p:cNvSpPr/>
          <p:nvPr/>
        </p:nvSpPr>
        <p:spPr>
          <a:xfrm>
            <a:off x="768014" y="2626918"/>
            <a:ext cx="1146463" cy="720191"/>
          </a:xfrm>
          <a:prstGeom prst="flowChartAlternateProcess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800" dirty="0"/>
          </a:p>
          <a:p>
            <a:pPr lvl="0" algn="ctr"/>
            <a:r>
              <a:rPr lang="en-US" sz="800" dirty="0"/>
              <a:t>Olga Yugay</a:t>
            </a:r>
          </a:p>
          <a:p>
            <a:pPr lvl="0" algn="ctr"/>
            <a:r>
              <a:rPr lang="en-US" sz="800" b="1" dirty="0" err="1">
                <a:solidFill>
                  <a:schemeClr val="bg1"/>
                </a:solidFill>
              </a:rPr>
              <a:t>Qlty</a:t>
            </a:r>
            <a:r>
              <a:rPr lang="en-US" sz="800" b="1" dirty="0">
                <a:solidFill>
                  <a:schemeClr val="bg1"/>
                </a:solidFill>
              </a:rPr>
              <a:t> Manager</a:t>
            </a:r>
          </a:p>
          <a:p>
            <a:pPr lvl="0" algn="ctr"/>
            <a:r>
              <a:rPr lang="en-US" sz="800" b="1" dirty="0">
                <a:solidFill>
                  <a:schemeClr val="bg1"/>
                </a:solidFill>
              </a:rPr>
              <a:t>Chemical Expert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D84DE058-43C1-C881-4D3A-6BD30D31750D}"/>
              </a:ext>
            </a:extLst>
          </p:cNvPr>
          <p:cNvSpPr/>
          <p:nvPr/>
        </p:nvSpPr>
        <p:spPr>
          <a:xfrm>
            <a:off x="5088257" y="81869"/>
            <a:ext cx="1146463" cy="720191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Izzat </a:t>
            </a:r>
            <a:r>
              <a:rPr lang="en-US" sz="800" dirty="0" err="1">
                <a:solidFill>
                  <a:schemeClr val="bg1"/>
                </a:solidFill>
              </a:rPr>
              <a:t>Djalolitdinov</a:t>
            </a:r>
            <a:endParaRPr lang="en-US" sz="800" dirty="0">
              <a:solidFill>
                <a:schemeClr val="bg1"/>
              </a:solidFill>
            </a:endParaRPr>
          </a:p>
          <a:p>
            <a:pPr lvl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Maintenance. Engr</a:t>
            </a:r>
          </a:p>
        </p:txBody>
      </p: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029DA662-420A-A69C-CD75-0D709B74C594}"/>
              </a:ext>
            </a:extLst>
          </p:cNvPr>
          <p:cNvSpPr/>
          <p:nvPr/>
        </p:nvSpPr>
        <p:spPr>
          <a:xfrm>
            <a:off x="6184921" y="830296"/>
            <a:ext cx="1389224" cy="820011"/>
          </a:xfrm>
          <a:prstGeom prst="flowChartAlternateProcess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800" b="0" dirty="0">
                <a:solidFill>
                  <a:schemeClr val="bg1"/>
                </a:solidFill>
              </a:rPr>
              <a:t>Taras Kharlamov</a:t>
            </a:r>
          </a:p>
          <a:p>
            <a:pPr lvl="0" algn="ctr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800" b="0" dirty="0">
                <a:solidFill>
                  <a:schemeClr val="bg1"/>
                </a:solidFill>
              </a:rPr>
              <a:t>Azamat Khasanov</a:t>
            </a:r>
          </a:p>
          <a:p>
            <a:pPr lvl="0" algn="ctr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800" b="0" dirty="0" err="1">
                <a:solidFill>
                  <a:schemeClr val="bg1"/>
                </a:solidFill>
              </a:rPr>
              <a:t>Bahadir</a:t>
            </a:r>
            <a:r>
              <a:rPr lang="en-US" sz="800" b="0" dirty="0">
                <a:solidFill>
                  <a:schemeClr val="bg1"/>
                </a:solidFill>
              </a:rPr>
              <a:t> Ismailov</a:t>
            </a:r>
          </a:p>
          <a:p>
            <a:pPr lvl="0" algn="ctr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800" b="1" dirty="0">
                <a:solidFill>
                  <a:schemeClr val="bg1"/>
                </a:solidFill>
              </a:rPr>
              <a:t>Safety Captains</a:t>
            </a:r>
            <a:endParaRPr lang="en-US" sz="800" b="0" dirty="0">
              <a:solidFill>
                <a:schemeClr val="bg1"/>
              </a:solidFill>
            </a:endParaRP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71E152CE-79FB-0BB6-97D1-0599AEA36CDA}"/>
              </a:ext>
            </a:extLst>
          </p:cNvPr>
          <p:cNvSpPr/>
          <p:nvPr/>
        </p:nvSpPr>
        <p:spPr>
          <a:xfrm>
            <a:off x="7477842" y="3510063"/>
            <a:ext cx="1146463" cy="720191"/>
          </a:xfrm>
          <a:prstGeom prst="flowChartAlternateProcess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Font typeface="Arial" panose="020B0604020202020204" pitchFamily="34" charset="0"/>
              <a:buNone/>
            </a:pPr>
            <a:r>
              <a:rPr lang="en-US" sz="800" b="0" dirty="0">
                <a:solidFill>
                  <a:schemeClr val="bg1"/>
                </a:solidFill>
              </a:rPr>
              <a:t>Iskandar </a:t>
            </a:r>
            <a:r>
              <a:rPr lang="en-US" sz="800" b="0" dirty="0" err="1">
                <a:solidFill>
                  <a:schemeClr val="bg1"/>
                </a:solidFill>
              </a:rPr>
              <a:t>Ahmedjanov</a:t>
            </a:r>
            <a:endParaRPr lang="en-US" sz="800" b="0" dirty="0">
              <a:solidFill>
                <a:schemeClr val="bg1"/>
              </a:solidFill>
            </a:endParaRPr>
          </a:p>
          <a:p>
            <a:pPr lvl="0" algn="ctr">
              <a:buFont typeface="Arial" panose="020B0604020202020204" pitchFamily="34" charset="0"/>
              <a:buNone/>
            </a:pPr>
            <a:r>
              <a:rPr lang="en-US" sz="800" b="1" dirty="0">
                <a:solidFill>
                  <a:schemeClr val="bg1"/>
                </a:solidFill>
              </a:rPr>
              <a:t>Supervisor of administration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8BC3B498-115F-9320-552E-428C3F04305B}"/>
              </a:ext>
            </a:extLst>
          </p:cNvPr>
          <p:cNvSpPr/>
          <p:nvPr/>
        </p:nvSpPr>
        <p:spPr>
          <a:xfrm>
            <a:off x="7226909" y="2571750"/>
            <a:ext cx="1146463" cy="720191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Font typeface="Arial" panose="020B0604020202020204" pitchFamily="34" charset="0"/>
              <a:buNone/>
            </a:pPr>
            <a:r>
              <a:rPr lang="en-US" sz="800" b="0" dirty="0">
                <a:solidFill>
                  <a:schemeClr val="tx1"/>
                </a:solidFill>
              </a:rPr>
              <a:t>Munis Kurbonov, </a:t>
            </a:r>
            <a:r>
              <a:rPr lang="en-US" sz="800" b="0" dirty="0" err="1">
                <a:solidFill>
                  <a:schemeClr val="tx1"/>
                </a:solidFill>
              </a:rPr>
              <a:t>Nurmuhammad</a:t>
            </a:r>
            <a:r>
              <a:rPr lang="en-US" sz="800" b="0" dirty="0">
                <a:solidFill>
                  <a:schemeClr val="tx1"/>
                </a:solidFill>
              </a:rPr>
              <a:t> </a:t>
            </a:r>
            <a:r>
              <a:rPr lang="en-US" sz="800" b="0" dirty="0" err="1">
                <a:solidFill>
                  <a:schemeClr val="tx1"/>
                </a:solidFill>
              </a:rPr>
              <a:t>Razzokov</a:t>
            </a:r>
            <a:endParaRPr lang="en-US" sz="800" b="0" dirty="0">
              <a:solidFill>
                <a:schemeClr val="tx1"/>
              </a:solidFill>
            </a:endParaRPr>
          </a:p>
          <a:p>
            <a:pPr lvl="0" algn="ctr">
              <a:buFont typeface="Arial" panose="020B0604020202020204" pitchFamily="34" charset="0"/>
              <a:buNone/>
            </a:pPr>
            <a:r>
              <a:rPr lang="en-US" sz="800" b="1" dirty="0">
                <a:solidFill>
                  <a:schemeClr val="tx1"/>
                </a:solidFill>
              </a:rPr>
              <a:t>Production </a:t>
            </a:r>
            <a:r>
              <a:rPr lang="en-US" sz="800" b="1" dirty="0" err="1">
                <a:solidFill>
                  <a:schemeClr val="tx1"/>
                </a:solidFill>
              </a:rPr>
              <a:t>Engrs</a:t>
            </a:r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9FD67BB0-F1A1-B2C7-A968-1E4A281D4F6D}"/>
              </a:ext>
            </a:extLst>
          </p:cNvPr>
          <p:cNvSpPr/>
          <p:nvPr/>
        </p:nvSpPr>
        <p:spPr>
          <a:xfrm>
            <a:off x="6789505" y="1750933"/>
            <a:ext cx="1146463" cy="720191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Font typeface="Arial" panose="020B0604020202020204" pitchFamily="34" charset="0"/>
              <a:buNone/>
            </a:pPr>
            <a:r>
              <a:rPr lang="en-US" sz="800" b="0" dirty="0">
                <a:solidFill>
                  <a:schemeClr val="tx1"/>
                </a:solidFill>
              </a:rPr>
              <a:t>Gulnoza Abdurazakova</a:t>
            </a:r>
          </a:p>
          <a:p>
            <a:pPr lvl="0" algn="ctr">
              <a:buFont typeface="Arial" panose="020B0604020202020204" pitchFamily="34" charset="0"/>
              <a:buNone/>
            </a:pPr>
            <a:r>
              <a:rPr lang="en-US" sz="800" b="1" dirty="0">
                <a:solidFill>
                  <a:schemeClr val="tx1"/>
                </a:solidFill>
              </a:rPr>
              <a:t>Quality Engr</a:t>
            </a:r>
          </a:p>
        </p:txBody>
      </p:sp>
    </p:spTree>
    <p:extLst>
      <p:ext uri="{BB962C8B-B14F-4D97-AF65-F5344CB8AC3E}">
        <p14:creationId xmlns:p14="http://schemas.microsoft.com/office/powerpoint/2010/main" val="385694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4 COLOR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F17E35"/>
      </a:accent1>
      <a:accent2>
        <a:srgbClr val="F05123"/>
      </a:accent2>
      <a:accent3>
        <a:srgbClr val="E4202D"/>
      </a:accent3>
      <a:accent4>
        <a:srgbClr val="E61D2B"/>
      </a:accent4>
      <a:accent5>
        <a:srgbClr val="DA1963"/>
      </a:accent5>
      <a:accent6>
        <a:srgbClr val="7A51A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CI'm 02.pptx" id="{A39DBFB8-48F8-443D-B9C1-3AC4F063003C}" vid="{AE43AB7B-1FCC-4E66-8DEE-961DF8D4EEA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BF75929D52472478AB1668E58DB8069" ma:contentTypeVersion="15" ma:contentTypeDescription="Создание документа." ma:contentTypeScope="" ma:versionID="12b5bfc017daa6873251c16824d6208a">
  <xsd:schema xmlns:xsd="http://www.w3.org/2001/XMLSchema" xmlns:xs="http://www.w3.org/2001/XMLSchema" xmlns:p="http://schemas.microsoft.com/office/2006/metadata/properties" xmlns:ns2="3ce2ae4e-bd1b-47ec-a92d-b9ae2324212b" xmlns:ns3="0f15d927-a87f-417a-8d58-bffa0ef560bf" targetNamespace="http://schemas.microsoft.com/office/2006/metadata/properties" ma:root="true" ma:fieldsID="9dfe19e318a4a12faa27290fe375899a" ns2:_="" ns3:_="">
    <xsd:import namespace="3ce2ae4e-bd1b-47ec-a92d-b9ae2324212b"/>
    <xsd:import namespace="0f15d927-a87f-417a-8d58-bffa0ef560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e2ae4e-bd1b-47ec-a92d-b9ae23242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81fe904-b0d3-4f5f-8023-6b547404f2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5d927-a87f-417a-8d58-bffa0ef560b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f22b549-6b44-493e-b5cd-f52a8fae2337}" ma:internalName="TaxCatchAll" ma:showField="CatchAllData" ma:web="0f15d927-a87f-417a-8d58-bffa0ef560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F34B18-3194-4718-BC43-B18BBF2A87DB}"/>
</file>

<file path=customXml/itemProps2.xml><?xml version="1.0" encoding="utf-8"?>
<ds:datastoreItem xmlns:ds="http://schemas.openxmlformats.org/officeDocument/2006/customXml" ds:itemID="{5468C87E-3952-4954-9D58-A5247FCA46DC}"/>
</file>

<file path=docProps/app.xml><?xml version="1.0" encoding="utf-8"?>
<Properties xmlns="http://schemas.openxmlformats.org/officeDocument/2006/extended-properties" xmlns:vt="http://schemas.openxmlformats.org/officeDocument/2006/docPropsVTypes">
  <TotalTime>26319</TotalTime>
  <Words>155</Words>
  <Application>Microsoft Office PowerPoint</Application>
  <PresentationFormat>On-screen Show (16:9)</PresentationFormat>
  <Paragraphs>65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LINE 5  Annual Maintenance Plan</dc:title>
  <dc:creator>Muhammad Atif Rahim</dc:creator>
  <cp:lastModifiedBy>Rushaniya Yanova</cp:lastModifiedBy>
  <cp:revision>336</cp:revision>
  <cp:lastPrinted>2023-02-09T05:17:42Z</cp:lastPrinted>
  <dcterms:modified xsi:type="dcterms:W3CDTF">2024-10-15T05:21:25Z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c864c4-0662-4ef1-93a5-a9c4e22c66bc_Enabled">
    <vt:lpwstr>True</vt:lpwstr>
  </property>
  <property fmtid="{D5CDD505-2E9C-101B-9397-08002B2CF9AE}" pid="3" name="MSIP_Label_c3c864c4-0662-4ef1-93a5-a9c4e22c66bc_SiteId">
    <vt:lpwstr>e4dddef5-d743-42fa-99da-83120e7bf32e</vt:lpwstr>
  </property>
  <property fmtid="{D5CDD505-2E9C-101B-9397-08002B2CF9AE}" pid="4" name="MSIP_Label_c3c864c4-0662-4ef1-93a5-a9c4e22c66bc_Owner">
    <vt:lpwstr>haider.sultan@ccbpl.com.pk</vt:lpwstr>
  </property>
  <property fmtid="{D5CDD505-2E9C-101B-9397-08002B2CF9AE}" pid="5" name="MSIP_Label_c3c864c4-0662-4ef1-93a5-a9c4e22c66bc_SetDate">
    <vt:lpwstr>2020-12-28T11:55:47.2786394Z</vt:lpwstr>
  </property>
  <property fmtid="{D5CDD505-2E9C-101B-9397-08002B2CF9AE}" pid="6" name="MSIP_Label_c3c864c4-0662-4ef1-93a5-a9c4e22c66bc_Name">
    <vt:lpwstr>CONFIDENTIAL</vt:lpwstr>
  </property>
  <property fmtid="{D5CDD505-2E9C-101B-9397-08002B2CF9AE}" pid="7" name="MSIP_Label_c3c864c4-0662-4ef1-93a5-a9c4e22c66bc_Application">
    <vt:lpwstr>Microsoft Azure Information Protection</vt:lpwstr>
  </property>
  <property fmtid="{D5CDD505-2E9C-101B-9397-08002B2CF9AE}" pid="8" name="MSIP_Label_c3c864c4-0662-4ef1-93a5-a9c4e22c66bc_ActionId">
    <vt:lpwstr>72432059-1fe6-41ad-a04f-ef7e9aa71598</vt:lpwstr>
  </property>
  <property fmtid="{D5CDD505-2E9C-101B-9397-08002B2CF9AE}" pid="9" name="MSIP_Label_c3c864c4-0662-4ef1-93a5-a9c4e22c66bc_Extended_MSFT_Method">
    <vt:lpwstr>Manual</vt:lpwstr>
  </property>
  <property fmtid="{D5CDD505-2E9C-101B-9397-08002B2CF9AE}" pid="10" name="Sensitivity">
    <vt:lpwstr>CONFIDENTIAL</vt:lpwstr>
  </property>
</Properties>
</file>