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20C250-7684-42E0-8071-8E5C755ED689}" v="51" dt="2026-02-04T18:35:09.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88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12" Type="http://schemas.openxmlformats.org/officeDocument/2006/relationships/customXml" Target="../customXml/item3.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2.xml"/><Relationship Id="rId5" Type="http://schemas.openxmlformats.org/officeDocument/2006/relationships/viewProps" Target="viewProps.xml"/><Relationship Id="rId10" Type="http://schemas.openxmlformats.org/officeDocument/2006/relationships/customXml" Target="../customXml/item1.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yk Izturganov" userId="84aef7bd-6029-43c5-90e6-af94e966cd5b" providerId="ADAL" clId="{ECA56F8C-891B-4EA2-85A4-4953B840DD7C}"/>
    <pc:docChg chg="undo redo custSel mod addSld modSld modMainMaster">
      <pc:chgData name="Amandyk Izturganov" userId="84aef7bd-6029-43c5-90e6-af94e966cd5b" providerId="ADAL" clId="{ECA56F8C-891B-4EA2-85A4-4953B840DD7C}" dt="2026-02-04T18:36:01.301" v="293" actId="14734"/>
      <pc:docMkLst>
        <pc:docMk/>
      </pc:docMkLst>
      <pc:sldChg chg="addSp delSp modSp new mod setBg">
        <pc:chgData name="Amandyk Izturganov" userId="84aef7bd-6029-43c5-90e6-af94e966cd5b" providerId="ADAL" clId="{ECA56F8C-891B-4EA2-85A4-4953B840DD7C}" dt="2026-02-04T18:22:14.458" v="223" actId="20577"/>
        <pc:sldMkLst>
          <pc:docMk/>
          <pc:sldMk cId="1481733175" sldId="256"/>
        </pc:sldMkLst>
        <pc:spChg chg="mod">
          <ac:chgData name="Amandyk Izturganov" userId="84aef7bd-6029-43c5-90e6-af94e966cd5b" providerId="ADAL" clId="{ECA56F8C-891B-4EA2-85A4-4953B840DD7C}" dt="2026-02-04T17:17:58.298" v="218" actId="27636"/>
          <ac:spMkLst>
            <pc:docMk/>
            <pc:sldMk cId="1481733175" sldId="256"/>
            <ac:spMk id="2" creationId="{987F2528-642E-EA38-4378-713FBBED4EBA}"/>
          </ac:spMkLst>
        </pc:spChg>
        <pc:spChg chg="mod">
          <ac:chgData name="Amandyk Izturganov" userId="84aef7bd-6029-43c5-90e6-af94e966cd5b" providerId="ADAL" clId="{ECA56F8C-891B-4EA2-85A4-4953B840DD7C}" dt="2026-02-04T17:17:44.947" v="213" actId="1076"/>
          <ac:spMkLst>
            <pc:docMk/>
            <pc:sldMk cId="1481733175" sldId="256"/>
            <ac:spMk id="3" creationId="{7F1D738F-1237-987C-F108-97E7B0754AB4}"/>
          </ac:spMkLst>
        </pc:spChg>
        <pc:spChg chg="add mod ord">
          <ac:chgData name="Amandyk Izturganov" userId="84aef7bd-6029-43c5-90e6-af94e966cd5b" providerId="ADAL" clId="{ECA56F8C-891B-4EA2-85A4-4953B840DD7C}" dt="2026-02-04T18:22:14.458" v="223" actId="20577"/>
          <ac:spMkLst>
            <pc:docMk/>
            <pc:sldMk cId="1481733175" sldId="256"/>
            <ac:spMk id="5" creationId="{D83E09C8-2C3F-17E8-C6DD-FADAC6DC762A}"/>
          </ac:spMkLst>
        </pc:spChg>
        <pc:spChg chg="add del">
          <ac:chgData name="Amandyk Izturganov" userId="84aef7bd-6029-43c5-90e6-af94e966cd5b" providerId="ADAL" clId="{ECA56F8C-891B-4EA2-85A4-4953B840DD7C}" dt="2026-02-04T17:10:48.998" v="151" actId="26606"/>
          <ac:spMkLst>
            <pc:docMk/>
            <pc:sldMk cId="1481733175" sldId="256"/>
            <ac:spMk id="14" creationId="{C5278130-DFE0-457B-8698-88DF69019DDE}"/>
          </ac:spMkLst>
        </pc:spChg>
        <pc:spChg chg="add del">
          <ac:chgData name="Amandyk Izturganov" userId="84aef7bd-6029-43c5-90e6-af94e966cd5b" providerId="ADAL" clId="{ECA56F8C-891B-4EA2-85A4-4953B840DD7C}" dt="2026-02-04T17:10:48.998" v="151" actId="26606"/>
          <ac:spMkLst>
            <pc:docMk/>
            <pc:sldMk cId="1481733175" sldId="256"/>
            <ac:spMk id="16" creationId="{2F99531B-1681-4D6E-BECB-18325B33A618}"/>
          </ac:spMkLst>
        </pc:spChg>
        <pc:spChg chg="add del">
          <ac:chgData name="Amandyk Izturganov" userId="84aef7bd-6029-43c5-90e6-af94e966cd5b" providerId="ADAL" clId="{ECA56F8C-891B-4EA2-85A4-4953B840DD7C}" dt="2026-02-04T17:10:48.998" v="151" actId="26606"/>
          <ac:spMkLst>
            <pc:docMk/>
            <pc:sldMk cId="1481733175" sldId="256"/>
            <ac:spMk id="18" creationId="{B908E8DC-1025-4FCC-873D-DC5C2ADEF3B2}"/>
          </ac:spMkLst>
        </pc:spChg>
        <pc:spChg chg="add del">
          <ac:chgData name="Amandyk Izturganov" userId="84aef7bd-6029-43c5-90e6-af94e966cd5b" providerId="ADAL" clId="{ECA56F8C-891B-4EA2-85A4-4953B840DD7C}" dt="2026-02-04T17:10:48.998" v="151" actId="26606"/>
          <ac:spMkLst>
            <pc:docMk/>
            <pc:sldMk cId="1481733175" sldId="256"/>
            <ac:spMk id="22" creationId="{9B57D9A5-B0E6-43E8-854F-D4931B715AD7}"/>
          </ac:spMkLst>
        </pc:spChg>
        <pc:picChg chg="add del mod">
          <ac:chgData name="Amandyk Izturganov" userId="84aef7bd-6029-43c5-90e6-af94e966cd5b" providerId="ADAL" clId="{ECA56F8C-891B-4EA2-85A4-4953B840DD7C}" dt="2026-02-04T17:13:07.645" v="164" actId="478"/>
          <ac:picMkLst>
            <pc:docMk/>
            <pc:sldMk cId="1481733175" sldId="256"/>
            <ac:picMk id="7" creationId="{3CECBF65-59FE-106E-7428-4A0BF04E31E4}"/>
          </ac:picMkLst>
        </pc:picChg>
        <pc:picChg chg="add mod">
          <ac:chgData name="Amandyk Izturganov" userId="84aef7bd-6029-43c5-90e6-af94e966cd5b" providerId="ADAL" clId="{ECA56F8C-891B-4EA2-85A4-4953B840DD7C}" dt="2026-02-04T17:17:39.781" v="211" actId="1076"/>
          <ac:picMkLst>
            <pc:docMk/>
            <pc:sldMk cId="1481733175" sldId="256"/>
            <ac:picMk id="9" creationId="{C6121AE2-AA88-AACE-5E6F-4D980D93CCF1}"/>
          </ac:picMkLst>
        </pc:picChg>
        <pc:picChg chg="add mod">
          <ac:chgData name="Amandyk Izturganov" userId="84aef7bd-6029-43c5-90e6-af94e966cd5b" providerId="ADAL" clId="{ECA56F8C-891B-4EA2-85A4-4953B840DD7C}" dt="2026-02-04T17:15:16.747" v="183" actId="1076"/>
          <ac:picMkLst>
            <pc:docMk/>
            <pc:sldMk cId="1481733175" sldId="256"/>
            <ac:picMk id="11" creationId="{4A9BACA9-3AA8-93F1-B04C-284F7CCDFA8C}"/>
          </ac:picMkLst>
        </pc:picChg>
        <pc:picChg chg="add mod">
          <ac:chgData name="Amandyk Izturganov" userId="84aef7bd-6029-43c5-90e6-af94e966cd5b" providerId="ADAL" clId="{ECA56F8C-891B-4EA2-85A4-4953B840DD7C}" dt="2026-02-04T17:17:42.160" v="212" actId="1076"/>
          <ac:picMkLst>
            <pc:docMk/>
            <pc:sldMk cId="1481733175" sldId="256"/>
            <ac:picMk id="13" creationId="{F01FA8F9-AEB4-956B-5E33-F931A4F1F12A}"/>
          </ac:picMkLst>
        </pc:picChg>
        <pc:cxnChg chg="add del">
          <ac:chgData name="Amandyk Izturganov" userId="84aef7bd-6029-43c5-90e6-af94e966cd5b" providerId="ADAL" clId="{ECA56F8C-891B-4EA2-85A4-4953B840DD7C}" dt="2026-02-04T17:10:48.998" v="151" actId="26606"/>
          <ac:cxnSpMkLst>
            <pc:docMk/>
            <pc:sldMk cId="1481733175" sldId="256"/>
            <ac:cxnSpMk id="24" creationId="{25443840-A796-4C43-8DC1-1B738EFEC522}"/>
          </ac:cxnSpMkLst>
        </pc:cxnChg>
      </pc:sldChg>
      <pc:sldChg chg="addSp delSp modSp add mod">
        <pc:chgData name="Amandyk Izturganov" userId="84aef7bd-6029-43c5-90e6-af94e966cd5b" providerId="ADAL" clId="{ECA56F8C-891B-4EA2-85A4-4953B840DD7C}" dt="2026-02-04T18:36:01.301" v="293" actId="14734"/>
        <pc:sldMkLst>
          <pc:docMk/>
          <pc:sldMk cId="2896579562" sldId="257"/>
        </pc:sldMkLst>
        <pc:spChg chg="del">
          <ac:chgData name="Amandyk Izturganov" userId="84aef7bd-6029-43c5-90e6-af94e966cd5b" providerId="ADAL" clId="{ECA56F8C-891B-4EA2-85A4-4953B840DD7C}" dt="2026-02-04T18:27:03.694" v="226" actId="478"/>
          <ac:spMkLst>
            <pc:docMk/>
            <pc:sldMk cId="2896579562" sldId="257"/>
            <ac:spMk id="2" creationId="{3F3BE49B-24D3-B7FA-99D1-28C0D1F82F44}"/>
          </ac:spMkLst>
        </pc:spChg>
        <pc:spChg chg="del">
          <ac:chgData name="Amandyk Izturganov" userId="84aef7bd-6029-43c5-90e6-af94e966cd5b" providerId="ADAL" clId="{ECA56F8C-891B-4EA2-85A4-4953B840DD7C}" dt="2026-02-04T18:27:01.577" v="225" actId="478"/>
          <ac:spMkLst>
            <pc:docMk/>
            <pc:sldMk cId="2896579562" sldId="257"/>
            <ac:spMk id="3" creationId="{5517B0CF-E09D-9367-75E3-79948DC2B4E6}"/>
          </ac:spMkLst>
        </pc:spChg>
        <pc:spChg chg="del mod">
          <ac:chgData name="Amandyk Izturganov" userId="84aef7bd-6029-43c5-90e6-af94e966cd5b" providerId="ADAL" clId="{ECA56F8C-891B-4EA2-85A4-4953B840DD7C}" dt="2026-02-04T18:27:00.515" v="224" actId="478"/>
          <ac:spMkLst>
            <pc:docMk/>
            <pc:sldMk cId="2896579562" sldId="257"/>
            <ac:spMk id="5" creationId="{40397C26-D0A1-6394-0E30-9FC956F55EEF}"/>
          </ac:spMkLst>
        </pc:spChg>
        <pc:spChg chg="add del mod">
          <ac:chgData name="Amandyk Izturganov" userId="84aef7bd-6029-43c5-90e6-af94e966cd5b" providerId="ADAL" clId="{ECA56F8C-891B-4EA2-85A4-4953B840DD7C}" dt="2026-02-04T18:27:09.123" v="231" actId="478"/>
          <ac:spMkLst>
            <pc:docMk/>
            <pc:sldMk cId="2896579562" sldId="257"/>
            <ac:spMk id="6" creationId="{54BB5F08-4532-67E7-C220-057CC9ED6195}"/>
          </ac:spMkLst>
        </pc:spChg>
        <pc:spChg chg="add del mod">
          <ac:chgData name="Amandyk Izturganov" userId="84aef7bd-6029-43c5-90e6-af94e966cd5b" providerId="ADAL" clId="{ECA56F8C-891B-4EA2-85A4-4953B840DD7C}" dt="2026-02-04T18:27:08.030" v="230" actId="478"/>
          <ac:spMkLst>
            <pc:docMk/>
            <pc:sldMk cId="2896579562" sldId="257"/>
            <ac:spMk id="8" creationId="{2201BFA3-408E-B6C7-FBE4-9A768353C2A3}"/>
          </ac:spMkLst>
        </pc:spChg>
        <pc:graphicFrameChg chg="add del mod">
          <ac:chgData name="Amandyk Izturganov" userId="84aef7bd-6029-43c5-90e6-af94e966cd5b" providerId="ADAL" clId="{ECA56F8C-891B-4EA2-85A4-4953B840DD7C}" dt="2026-02-04T18:27:41.844" v="233" actId="478"/>
          <ac:graphicFrameMkLst>
            <pc:docMk/>
            <pc:sldMk cId="2896579562" sldId="257"/>
            <ac:graphicFrameMk id="10" creationId="{A1F96A28-8C19-CEA2-040E-181A8ACC9813}"/>
          </ac:graphicFrameMkLst>
        </pc:graphicFrameChg>
        <pc:graphicFrameChg chg="add mod">
          <ac:chgData name="Amandyk Izturganov" userId="84aef7bd-6029-43c5-90e6-af94e966cd5b" providerId="ADAL" clId="{ECA56F8C-891B-4EA2-85A4-4953B840DD7C}" dt="2026-02-04T18:28:48.700" v="248" actId="14100"/>
          <ac:graphicFrameMkLst>
            <pc:docMk/>
            <pc:sldMk cId="2896579562" sldId="257"/>
            <ac:graphicFrameMk id="12" creationId="{96833C71-E46C-1188-E674-244E1DC41A69}"/>
          </ac:graphicFrameMkLst>
        </pc:graphicFrameChg>
        <pc:graphicFrameChg chg="add del mod modGraphic">
          <ac:chgData name="Amandyk Izturganov" userId="84aef7bd-6029-43c5-90e6-af94e966cd5b" providerId="ADAL" clId="{ECA56F8C-891B-4EA2-85A4-4953B840DD7C}" dt="2026-02-04T18:32:07.015" v="271" actId="478"/>
          <ac:graphicFrameMkLst>
            <pc:docMk/>
            <pc:sldMk cId="2896579562" sldId="257"/>
            <ac:graphicFrameMk id="15" creationId="{DFBDAC7B-4350-58E4-00BE-DB88BE093BE3}"/>
          </ac:graphicFrameMkLst>
        </pc:graphicFrameChg>
        <pc:graphicFrameChg chg="add del mod">
          <ac:chgData name="Amandyk Izturganov" userId="84aef7bd-6029-43c5-90e6-af94e966cd5b" providerId="ADAL" clId="{ECA56F8C-891B-4EA2-85A4-4953B840DD7C}" dt="2026-02-04T18:33:16.860" v="273" actId="478"/>
          <ac:graphicFrameMkLst>
            <pc:docMk/>
            <pc:sldMk cId="2896579562" sldId="257"/>
            <ac:graphicFrameMk id="16" creationId="{9804C6BB-68E2-31DA-2E14-D2493E1BA5A9}"/>
          </ac:graphicFrameMkLst>
        </pc:graphicFrameChg>
        <pc:graphicFrameChg chg="add mod modGraphic">
          <ac:chgData name="Amandyk Izturganov" userId="84aef7bd-6029-43c5-90e6-af94e966cd5b" providerId="ADAL" clId="{ECA56F8C-891B-4EA2-85A4-4953B840DD7C}" dt="2026-02-04T18:34:35.426" v="288" actId="14100"/>
          <ac:graphicFrameMkLst>
            <pc:docMk/>
            <pc:sldMk cId="2896579562" sldId="257"/>
            <ac:graphicFrameMk id="17" creationId="{EDA45E92-454B-1BA7-AF74-952249F70852}"/>
          </ac:graphicFrameMkLst>
        </pc:graphicFrameChg>
        <pc:graphicFrameChg chg="add mod modGraphic">
          <ac:chgData name="Amandyk Izturganov" userId="84aef7bd-6029-43c5-90e6-af94e966cd5b" providerId="ADAL" clId="{ECA56F8C-891B-4EA2-85A4-4953B840DD7C}" dt="2026-02-04T18:36:01.301" v="293" actId="14734"/>
          <ac:graphicFrameMkLst>
            <pc:docMk/>
            <pc:sldMk cId="2896579562" sldId="257"/>
            <ac:graphicFrameMk id="18" creationId="{5B730D29-C1B4-CD36-FF47-AC58A6A13695}"/>
          </ac:graphicFrameMkLst>
        </pc:graphicFrameChg>
        <pc:picChg chg="del">
          <ac:chgData name="Amandyk Izturganov" userId="84aef7bd-6029-43c5-90e6-af94e966cd5b" providerId="ADAL" clId="{ECA56F8C-891B-4EA2-85A4-4953B840DD7C}" dt="2026-02-04T18:27:05.111" v="227" actId="478"/>
          <ac:picMkLst>
            <pc:docMk/>
            <pc:sldMk cId="2896579562" sldId="257"/>
            <ac:picMk id="9" creationId="{3F915310-C6A2-AE45-CEF6-BE2F6AE0A16C}"/>
          </ac:picMkLst>
        </pc:picChg>
        <pc:picChg chg="del">
          <ac:chgData name="Amandyk Izturganov" userId="84aef7bd-6029-43c5-90e6-af94e966cd5b" providerId="ADAL" clId="{ECA56F8C-891B-4EA2-85A4-4953B840DD7C}" dt="2026-02-04T18:27:05.775" v="228" actId="478"/>
          <ac:picMkLst>
            <pc:docMk/>
            <pc:sldMk cId="2896579562" sldId="257"/>
            <ac:picMk id="11" creationId="{037AD130-515C-89C3-D7C4-D69986490BF4}"/>
          </ac:picMkLst>
        </pc:picChg>
        <pc:picChg chg="del">
          <ac:chgData name="Amandyk Izturganov" userId="84aef7bd-6029-43c5-90e6-af94e966cd5b" providerId="ADAL" clId="{ECA56F8C-891B-4EA2-85A4-4953B840DD7C}" dt="2026-02-04T18:27:06.449" v="229" actId="478"/>
          <ac:picMkLst>
            <pc:docMk/>
            <pc:sldMk cId="2896579562" sldId="257"/>
            <ac:picMk id="13" creationId="{9421C396-C34D-9D4D-C839-4B2F1186CDE0}"/>
          </ac:picMkLst>
        </pc:picChg>
        <pc:picChg chg="add">
          <ac:chgData name="Amandyk Izturganov" userId="84aef7bd-6029-43c5-90e6-af94e966cd5b" providerId="ADAL" clId="{ECA56F8C-891B-4EA2-85A4-4953B840DD7C}" dt="2026-02-04T18:30:43.709" v="250"/>
          <ac:picMkLst>
            <pc:docMk/>
            <pc:sldMk cId="2896579562" sldId="257"/>
            <ac:picMk id="14" creationId="{884BB8B7-A1A0-AA9E-EC6F-A9CA1D4301B2}"/>
          </ac:picMkLst>
        </pc:picChg>
        <pc:picChg chg="add del mod">
          <ac:chgData name="Amandyk Izturganov" userId="84aef7bd-6029-43c5-90e6-af94e966cd5b" providerId="ADAL" clId="{ECA56F8C-891B-4EA2-85A4-4953B840DD7C}" dt="2026-02-04T18:27:41.844" v="233" actId="478"/>
          <ac:picMkLst>
            <pc:docMk/>
            <pc:sldMk cId="2896579562" sldId="257"/>
            <ac:picMk id="1025" creationId="{8D751E21-D1F6-BD9B-9283-2DAC2048EEB2}"/>
          </ac:picMkLst>
        </pc:picChg>
        <pc:picChg chg="add del mod">
          <ac:chgData name="Amandyk Izturganov" userId="84aef7bd-6029-43c5-90e6-af94e966cd5b" providerId="ADAL" clId="{ECA56F8C-891B-4EA2-85A4-4953B840DD7C}" dt="2026-02-04T18:27:41.844" v="233" actId="478"/>
          <ac:picMkLst>
            <pc:docMk/>
            <pc:sldMk cId="2896579562" sldId="257"/>
            <ac:picMk id="1026" creationId="{88D26C34-F3A7-26A2-90F1-3FD6B4CBF939}"/>
          </ac:picMkLst>
        </pc:picChg>
        <pc:picChg chg="add del mod">
          <ac:chgData name="Amandyk Izturganov" userId="84aef7bd-6029-43c5-90e6-af94e966cd5b" providerId="ADAL" clId="{ECA56F8C-891B-4EA2-85A4-4953B840DD7C}" dt="2026-02-04T18:27:41.844" v="233" actId="478"/>
          <ac:picMkLst>
            <pc:docMk/>
            <pc:sldMk cId="2896579562" sldId="257"/>
            <ac:picMk id="1027" creationId="{FE87A327-A9A9-8B58-0BA4-AF578F1C5515}"/>
          </ac:picMkLst>
        </pc:picChg>
        <pc:picChg chg="add del mod">
          <ac:chgData name="Amandyk Izturganov" userId="84aef7bd-6029-43c5-90e6-af94e966cd5b" providerId="ADAL" clId="{ECA56F8C-891B-4EA2-85A4-4953B840DD7C}" dt="2026-02-04T18:27:41.844" v="233" actId="478"/>
          <ac:picMkLst>
            <pc:docMk/>
            <pc:sldMk cId="2896579562" sldId="257"/>
            <ac:picMk id="1028" creationId="{2B0496E5-1144-E647-C356-AEB31D740FDD}"/>
          </ac:picMkLst>
        </pc:picChg>
        <pc:picChg chg="add del mod">
          <ac:chgData name="Amandyk Izturganov" userId="84aef7bd-6029-43c5-90e6-af94e966cd5b" providerId="ADAL" clId="{ECA56F8C-891B-4EA2-85A4-4953B840DD7C}" dt="2026-02-04T18:27:41.844" v="233" actId="478"/>
          <ac:picMkLst>
            <pc:docMk/>
            <pc:sldMk cId="2896579562" sldId="257"/>
            <ac:picMk id="1029" creationId="{6DED9021-0013-3038-2D08-0F6F97CE021C}"/>
          </ac:picMkLst>
        </pc:picChg>
        <pc:picChg chg="add mod">
          <ac:chgData name="Amandyk Izturganov" userId="84aef7bd-6029-43c5-90e6-af94e966cd5b" providerId="ADAL" clId="{ECA56F8C-891B-4EA2-85A4-4953B840DD7C}" dt="2026-02-04T18:28:49.642" v="249"/>
          <ac:picMkLst>
            <pc:docMk/>
            <pc:sldMk cId="2896579562" sldId="257"/>
            <ac:picMk id="1030" creationId="{9896F209-3EDA-2DB6-0FB2-191868B43757}"/>
          </ac:picMkLst>
        </pc:picChg>
        <pc:picChg chg="add mod">
          <ac:chgData name="Amandyk Izturganov" userId="84aef7bd-6029-43c5-90e6-af94e966cd5b" providerId="ADAL" clId="{ECA56F8C-891B-4EA2-85A4-4953B840DD7C}" dt="2026-02-04T18:28:49.642" v="249"/>
          <ac:picMkLst>
            <pc:docMk/>
            <pc:sldMk cId="2896579562" sldId="257"/>
            <ac:picMk id="1031" creationId="{DA8B1F23-F377-439D-1AA5-6EC790054857}"/>
          </ac:picMkLst>
        </pc:picChg>
        <pc:picChg chg="add mod">
          <ac:chgData name="Amandyk Izturganov" userId="84aef7bd-6029-43c5-90e6-af94e966cd5b" providerId="ADAL" clId="{ECA56F8C-891B-4EA2-85A4-4953B840DD7C}" dt="2026-02-04T18:28:49.642" v="249"/>
          <ac:picMkLst>
            <pc:docMk/>
            <pc:sldMk cId="2896579562" sldId="257"/>
            <ac:picMk id="1032" creationId="{923BA099-7CC3-07CF-FA24-CB2D367D9034}"/>
          </ac:picMkLst>
        </pc:picChg>
        <pc:picChg chg="add mod">
          <ac:chgData name="Amandyk Izturganov" userId="84aef7bd-6029-43c5-90e6-af94e966cd5b" providerId="ADAL" clId="{ECA56F8C-891B-4EA2-85A4-4953B840DD7C}" dt="2026-02-04T18:28:49.642" v="249"/>
          <ac:picMkLst>
            <pc:docMk/>
            <pc:sldMk cId="2896579562" sldId="257"/>
            <ac:picMk id="1033" creationId="{2C911079-9BDB-F718-4A24-A5FCB6DE07AB}"/>
          </ac:picMkLst>
        </pc:picChg>
        <pc:picChg chg="add mod">
          <ac:chgData name="Amandyk Izturganov" userId="84aef7bd-6029-43c5-90e6-af94e966cd5b" providerId="ADAL" clId="{ECA56F8C-891B-4EA2-85A4-4953B840DD7C}" dt="2026-02-04T18:28:49.642" v="249"/>
          <ac:picMkLst>
            <pc:docMk/>
            <pc:sldMk cId="2896579562" sldId="257"/>
            <ac:picMk id="1034" creationId="{36F8199E-0AEF-9B37-616F-02A957315D06}"/>
          </ac:picMkLst>
        </pc:picChg>
        <pc:picChg chg="add del mod">
          <ac:chgData name="Amandyk Izturganov" userId="84aef7bd-6029-43c5-90e6-af94e966cd5b" providerId="ADAL" clId="{ECA56F8C-891B-4EA2-85A4-4953B840DD7C}" dt="2026-02-04T18:32:04.391" v="270" actId="478"/>
          <ac:picMkLst>
            <pc:docMk/>
            <pc:sldMk cId="2896579562" sldId="257"/>
            <ac:picMk id="1035" creationId="{4619BA24-AAC9-B22B-AD8D-E354DE087670}"/>
          </ac:picMkLst>
        </pc:picChg>
        <pc:picChg chg="add del mod">
          <ac:chgData name="Amandyk Izturganov" userId="84aef7bd-6029-43c5-90e6-af94e966cd5b" providerId="ADAL" clId="{ECA56F8C-891B-4EA2-85A4-4953B840DD7C}" dt="2026-02-04T18:33:16.860" v="273" actId="478"/>
          <ac:picMkLst>
            <pc:docMk/>
            <pc:sldMk cId="2896579562" sldId="257"/>
            <ac:picMk id="1036" creationId="{984AECBA-DF0F-B719-47AB-4B1FAF7AC644}"/>
          </ac:picMkLst>
        </pc:picChg>
        <pc:picChg chg="add del mod">
          <ac:chgData name="Amandyk Izturganov" userId="84aef7bd-6029-43c5-90e6-af94e966cd5b" providerId="ADAL" clId="{ECA56F8C-891B-4EA2-85A4-4953B840DD7C}" dt="2026-02-04T18:33:16.860" v="273" actId="478"/>
          <ac:picMkLst>
            <pc:docMk/>
            <pc:sldMk cId="2896579562" sldId="257"/>
            <ac:picMk id="1037" creationId="{8226F670-C451-135F-478B-326229A37667}"/>
          </ac:picMkLst>
        </pc:picChg>
        <pc:picChg chg="add del mod">
          <ac:chgData name="Amandyk Izturganov" userId="84aef7bd-6029-43c5-90e6-af94e966cd5b" providerId="ADAL" clId="{ECA56F8C-891B-4EA2-85A4-4953B840DD7C}" dt="2026-02-04T18:33:16.860" v="273" actId="478"/>
          <ac:picMkLst>
            <pc:docMk/>
            <pc:sldMk cId="2896579562" sldId="257"/>
            <ac:picMk id="1038" creationId="{44254E78-D4E3-7A0C-DDFB-630466398929}"/>
          </ac:picMkLst>
        </pc:picChg>
        <pc:picChg chg="add del mod">
          <ac:chgData name="Amandyk Izturganov" userId="84aef7bd-6029-43c5-90e6-af94e966cd5b" providerId="ADAL" clId="{ECA56F8C-891B-4EA2-85A4-4953B840DD7C}" dt="2026-02-04T18:33:16.860" v="273" actId="478"/>
          <ac:picMkLst>
            <pc:docMk/>
            <pc:sldMk cId="2896579562" sldId="257"/>
            <ac:picMk id="1039" creationId="{BDF38A8C-813E-82E1-2FFF-AB29C8D4507D}"/>
          </ac:picMkLst>
        </pc:picChg>
        <pc:picChg chg="add del mod">
          <ac:chgData name="Amandyk Izturganov" userId="84aef7bd-6029-43c5-90e6-af94e966cd5b" providerId="ADAL" clId="{ECA56F8C-891B-4EA2-85A4-4953B840DD7C}" dt="2026-02-04T18:33:16.860" v="273" actId="478"/>
          <ac:picMkLst>
            <pc:docMk/>
            <pc:sldMk cId="2896579562" sldId="257"/>
            <ac:picMk id="1040" creationId="{FDA4D357-B80E-55BC-D038-4BB552083186}"/>
          </ac:picMkLst>
        </pc:picChg>
      </pc:sldChg>
      <pc:sldMasterChg chg="addSp mod">
        <pc:chgData name="Amandyk Izturganov" userId="84aef7bd-6029-43c5-90e6-af94e966cd5b" providerId="ADAL" clId="{ECA56F8C-891B-4EA2-85A4-4953B840DD7C}" dt="2026-02-04T16:17:15.080" v="0" actId="33475"/>
        <pc:sldMasterMkLst>
          <pc:docMk/>
          <pc:sldMasterMk cId="3005525899" sldId="2147483648"/>
        </pc:sldMasterMkLst>
        <pc:spChg chg="add">
          <ac:chgData name="Amandyk Izturganov" userId="84aef7bd-6029-43c5-90e6-af94e966cd5b" providerId="ADAL" clId="{ECA56F8C-891B-4EA2-85A4-4953B840DD7C}" dt="2026-02-04T16:17:15.080" v="0" actId="33475"/>
          <ac:spMkLst>
            <pc:docMk/>
            <pc:sldMasterMk cId="3005525899" sldId="2147483648"/>
            <ac:spMk id="8" creationId="{B417A726-BBEB-7F20-9D80-EC653D5FD98E}"/>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5E9A4-6106-53F0-0E95-3EBD470A50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621C38-7FE5-0291-D0A9-4291A84C29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2972EF-D8EF-17FD-4182-71A1DC4CD0A3}"/>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5" name="Footer Placeholder 4">
            <a:extLst>
              <a:ext uri="{FF2B5EF4-FFF2-40B4-BE49-F238E27FC236}">
                <a16:creationId xmlns:a16="http://schemas.microsoft.com/office/drawing/2014/main" id="{C90764C6-3D69-0EDB-AE4E-3258160FC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282DA1-A18F-1F93-6555-043D834AFC7D}"/>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4149391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B3B7F-F37B-09F2-BEC1-0C6CC3941F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D63F15-B606-52D6-BEE8-7DFA5D07E5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07996F-2D92-33E9-459A-2A2F0778E0C6}"/>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5" name="Footer Placeholder 4">
            <a:extLst>
              <a:ext uri="{FF2B5EF4-FFF2-40B4-BE49-F238E27FC236}">
                <a16:creationId xmlns:a16="http://schemas.microsoft.com/office/drawing/2014/main" id="{E8A0E19D-985F-EAC9-5444-D246D084F3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942F4E-994F-8490-574F-9C33F022A934}"/>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2320421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7AB2A-3F18-3880-F4C8-23CEDC41B0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FB577E-3BA4-B926-50C4-38D7BED896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D3C9BD-138C-782C-8E2F-A8736C3B41C8}"/>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5" name="Footer Placeholder 4">
            <a:extLst>
              <a:ext uri="{FF2B5EF4-FFF2-40B4-BE49-F238E27FC236}">
                <a16:creationId xmlns:a16="http://schemas.microsoft.com/office/drawing/2014/main" id="{3FA681B5-A688-06EC-A4DF-D0C3E03EE2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199C5D-B1BF-3107-03C3-59ADB5331EF3}"/>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278641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403C6-CFFE-BD58-B7C8-094C904888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A05740-179E-11E5-5F2B-3B1E1FB4FE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53471D-E9DB-A708-6C9A-EA5205D1F9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ED3B62-D813-9BCB-04DB-AE752659B384}"/>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6" name="Footer Placeholder 5">
            <a:extLst>
              <a:ext uri="{FF2B5EF4-FFF2-40B4-BE49-F238E27FC236}">
                <a16:creationId xmlns:a16="http://schemas.microsoft.com/office/drawing/2014/main" id="{78ED3EAD-5741-D648-109C-D51BDEAEE4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E215C3-BAEC-DA2B-4D8F-518CBDF53174}"/>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839226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D6247-5A98-D4A1-432A-DCC292BB2E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BB7779-76DF-D65D-E16C-DF036793CC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9190B2-26AD-71ED-ADE1-4D55375832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13E4EE-6D01-DCBB-327E-1AC721D495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CC52B5-A9DA-E0AC-162C-7CDBA17F8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B13D2C6-9658-3680-AA63-8B44F08E379E}"/>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8" name="Footer Placeholder 7">
            <a:extLst>
              <a:ext uri="{FF2B5EF4-FFF2-40B4-BE49-F238E27FC236}">
                <a16:creationId xmlns:a16="http://schemas.microsoft.com/office/drawing/2014/main" id="{64EC1136-9599-E89F-CEA7-A0740A8AD06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AB0E9B-7EE4-1949-F707-C62055759B9A}"/>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1025002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C9ADD-44E1-EA78-8764-6F07481F18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9EB617-4F57-CE32-ACB2-0773C76FC8FB}"/>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4" name="Footer Placeholder 3">
            <a:extLst>
              <a:ext uri="{FF2B5EF4-FFF2-40B4-BE49-F238E27FC236}">
                <a16:creationId xmlns:a16="http://schemas.microsoft.com/office/drawing/2014/main" id="{B517ADE4-ED92-A0F5-6833-889BB517D3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65AA82-6E98-7296-9ADE-2038C680E711}"/>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3352956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34CE9C-861C-885F-A2DC-D52259B75036}"/>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3" name="Footer Placeholder 2">
            <a:extLst>
              <a:ext uri="{FF2B5EF4-FFF2-40B4-BE49-F238E27FC236}">
                <a16:creationId xmlns:a16="http://schemas.microsoft.com/office/drawing/2014/main" id="{9C739840-813C-7DF2-53AF-F2316EF49C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8DB2C8-0475-8EEB-119A-5390F16C1D5E}"/>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1771676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1E662-E2FF-667B-2C3A-938BA2EBCD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F9E14-81F1-7853-D21A-7E439E2C56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7CCBC6-0E15-4139-233C-0B12565F4A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28DD54-BE5C-E609-58CF-B0E379744684}"/>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6" name="Footer Placeholder 5">
            <a:extLst>
              <a:ext uri="{FF2B5EF4-FFF2-40B4-BE49-F238E27FC236}">
                <a16:creationId xmlns:a16="http://schemas.microsoft.com/office/drawing/2014/main" id="{61E8E45D-EC0B-90C9-6A97-C6FDCCADE9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6490DA-3F91-3DD5-E703-0BA2C4C0DFAD}"/>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3337810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D2B9E-0496-4803-25CE-7FDC1F607E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28D907-13F2-DE31-E489-567720C847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C5A4EC-84FE-EBDF-05D2-B451C7C149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B13742-C097-6DD0-E2E9-14C543E7F6DF}"/>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6" name="Footer Placeholder 5">
            <a:extLst>
              <a:ext uri="{FF2B5EF4-FFF2-40B4-BE49-F238E27FC236}">
                <a16:creationId xmlns:a16="http://schemas.microsoft.com/office/drawing/2014/main" id="{AA648F06-B821-F7A1-6F39-775F6D426D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445B66-75F5-5DD8-1C83-ECCE272B151C}"/>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2200571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BE230-1241-C6A4-517A-A59802CB45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059B48-C73A-9075-9AEF-5B39E991C2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0681AE-D1F0-A09B-E408-161D6E337D7D}"/>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5" name="Footer Placeholder 4">
            <a:extLst>
              <a:ext uri="{FF2B5EF4-FFF2-40B4-BE49-F238E27FC236}">
                <a16:creationId xmlns:a16="http://schemas.microsoft.com/office/drawing/2014/main" id="{A2C6C902-CF12-DF95-78A0-B02C57F073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088AB9-1EE2-9C11-B1A9-2958ED604CA0}"/>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3971996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64E60F-635B-921B-E0B6-E4D140F043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575469-BF62-D314-AD51-5A0E0E4988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BF1316-E63A-987A-894F-345DD3DE650B}"/>
              </a:ext>
            </a:extLst>
          </p:cNvPr>
          <p:cNvSpPr>
            <a:spLocks noGrp="1"/>
          </p:cNvSpPr>
          <p:nvPr>
            <p:ph type="dt" sz="half" idx="10"/>
          </p:nvPr>
        </p:nvSpPr>
        <p:spPr/>
        <p:txBody>
          <a:bodyPr/>
          <a:lstStyle/>
          <a:p>
            <a:fld id="{D72DC9F1-61F7-4794-9229-9E20626B9989}" type="datetimeFigureOut">
              <a:rPr lang="en-US" smtClean="0"/>
              <a:t>2/4/2026</a:t>
            </a:fld>
            <a:endParaRPr lang="en-US"/>
          </a:p>
        </p:txBody>
      </p:sp>
      <p:sp>
        <p:nvSpPr>
          <p:cNvPr id="5" name="Footer Placeholder 4">
            <a:extLst>
              <a:ext uri="{FF2B5EF4-FFF2-40B4-BE49-F238E27FC236}">
                <a16:creationId xmlns:a16="http://schemas.microsoft.com/office/drawing/2014/main" id="{465EEDF1-663C-557A-FD1F-A17945C23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004127-660E-3964-61F5-DAFC9E173AD4}"/>
              </a:ext>
            </a:extLst>
          </p:cNvPr>
          <p:cNvSpPr>
            <a:spLocks noGrp="1"/>
          </p:cNvSpPr>
          <p:nvPr>
            <p:ph type="sldNum" sz="quarter" idx="12"/>
          </p:nvPr>
        </p:nvSpPr>
        <p:spPr/>
        <p:txBody>
          <a:bodyPr/>
          <a:lstStyle/>
          <a:p>
            <a:fld id="{9FB4C9AB-C2CA-4016-A7F8-17AB5FA955AF}" type="slidenum">
              <a:rPr lang="en-US" smtClean="0"/>
              <a:t>‹#›</a:t>
            </a:fld>
            <a:endParaRPr lang="en-US"/>
          </a:p>
        </p:txBody>
      </p:sp>
    </p:spTree>
    <p:extLst>
      <p:ext uri="{BB962C8B-B14F-4D97-AF65-F5344CB8AC3E}">
        <p14:creationId xmlns:p14="http://schemas.microsoft.com/office/powerpoint/2010/main" val="1742975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0861CD-5C02-1E40-AFAE-059391FC6C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AB7573-D732-18EC-E554-185E78E485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29D415-E260-E6C7-B1C4-B1155DDCD7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2DC9F1-61F7-4794-9229-9E20626B9989}" type="datetimeFigureOut">
              <a:rPr lang="en-US" smtClean="0"/>
              <a:t>2/4/2026</a:t>
            </a:fld>
            <a:endParaRPr lang="en-US"/>
          </a:p>
        </p:txBody>
      </p:sp>
      <p:sp>
        <p:nvSpPr>
          <p:cNvPr id="5" name="Footer Placeholder 4">
            <a:extLst>
              <a:ext uri="{FF2B5EF4-FFF2-40B4-BE49-F238E27FC236}">
                <a16:creationId xmlns:a16="http://schemas.microsoft.com/office/drawing/2014/main" id="{99C0DDBC-4F7D-5B5B-025E-EE90255600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60A320-0B2B-D3B9-3BC5-BA273CBBAA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B4C9AB-C2CA-4016-A7F8-17AB5FA955AF}" type="slidenum">
              <a:rPr lang="en-US" smtClean="0"/>
              <a:t>‹#›</a:t>
            </a:fld>
            <a:endParaRPr lang="en-US"/>
          </a:p>
        </p:txBody>
      </p:sp>
      <p:sp>
        <p:nvSpPr>
          <p:cNvPr id="8" name="TextBox 7">
            <a:extLst>
              <a:ext uri="{FF2B5EF4-FFF2-40B4-BE49-F238E27FC236}">
                <a16:creationId xmlns:a16="http://schemas.microsoft.com/office/drawing/2014/main" id="{B417A726-BBEB-7F20-9D80-EC653D5FD98E}"/>
              </a:ext>
            </a:extLst>
          </p:cNvPr>
          <p:cNvSpPr txBox="1"/>
          <p:nvPr userDrawn="1">
            <p:extLst>
              <p:ext uri="{1162E1C5-73C7-4A58-AE30-91384D911F3F}">
                <p184:classification xmlns:p184="http://schemas.microsoft.com/office/powerpoint/2018/4/main" val="ftr"/>
              </p:ext>
            </p:extLst>
          </p:nvPr>
        </p:nvSpPr>
        <p:spPr>
          <a:xfrm>
            <a:off x="5864225" y="6626860"/>
            <a:ext cx="492125" cy="167640"/>
          </a:xfrm>
          <a:prstGeom prst="rect">
            <a:avLst/>
          </a:prstGeom>
        </p:spPr>
        <p:txBody>
          <a:bodyPr horzOverflow="overflow" lIns="0" tIns="0" rIns="0" bIns="0">
            <a:spAutoFit/>
          </a:bodyPr>
          <a:lstStyle/>
          <a:p>
            <a:pPr algn="l"/>
            <a:r>
              <a:rPr lang="en-US" sz="1100">
                <a:solidFill>
                  <a:srgbClr val="A80000">
                    <a:alpha val="50000"/>
                  </a:srgbClr>
                </a:solidFill>
                <a:latin typeface="Aptos" panose="020B0004020202020204" pitchFamily="34" charset="0"/>
              </a:rPr>
              <a:t>PUBLIC</a:t>
            </a:r>
          </a:p>
        </p:txBody>
      </p:sp>
    </p:spTree>
    <p:extLst>
      <p:ext uri="{BB962C8B-B14F-4D97-AF65-F5344CB8AC3E}">
        <p14:creationId xmlns:p14="http://schemas.microsoft.com/office/powerpoint/2010/main" val="3005525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F2528-642E-EA38-4378-713FBBED4EBA}"/>
              </a:ext>
            </a:extLst>
          </p:cNvPr>
          <p:cNvSpPr>
            <a:spLocks noGrp="1"/>
          </p:cNvSpPr>
          <p:nvPr>
            <p:ph type="ctrTitle"/>
          </p:nvPr>
        </p:nvSpPr>
        <p:spPr>
          <a:xfrm>
            <a:off x="1546860" y="184149"/>
            <a:ext cx="9144000" cy="748540"/>
          </a:xfrm>
        </p:spPr>
        <p:txBody>
          <a:bodyPr>
            <a:normAutofit fontScale="90000"/>
          </a:bodyPr>
          <a:lstStyle/>
          <a:p>
            <a:r>
              <a:rPr lang="en-US" sz="2800" dirty="0"/>
              <a:t>Fire hydrant inspection</a:t>
            </a:r>
            <a:br>
              <a:rPr lang="en-US" sz="2800" dirty="0"/>
            </a:br>
            <a:r>
              <a:rPr lang="en-US" sz="2200" dirty="0"/>
              <a:t>Samarkand, 04 February 2026</a:t>
            </a:r>
            <a:endParaRPr lang="en-US" sz="2800" dirty="0"/>
          </a:p>
        </p:txBody>
      </p:sp>
      <p:sp>
        <p:nvSpPr>
          <p:cNvPr id="3" name="Subtitle 2">
            <a:extLst>
              <a:ext uri="{FF2B5EF4-FFF2-40B4-BE49-F238E27FC236}">
                <a16:creationId xmlns:a16="http://schemas.microsoft.com/office/drawing/2014/main" id="{7F1D738F-1237-987C-F108-97E7B0754AB4}"/>
              </a:ext>
            </a:extLst>
          </p:cNvPr>
          <p:cNvSpPr>
            <a:spLocks noGrp="1"/>
          </p:cNvSpPr>
          <p:nvPr>
            <p:ph type="subTitle" idx="1"/>
          </p:nvPr>
        </p:nvSpPr>
        <p:spPr>
          <a:xfrm>
            <a:off x="1254252" y="1314594"/>
            <a:ext cx="4241292" cy="1655762"/>
          </a:xfrm>
          <a:ln w="9525">
            <a:solidFill>
              <a:schemeClr val="tx1"/>
            </a:solidFill>
          </a:ln>
        </p:spPr>
        <p:txBody>
          <a:bodyPr>
            <a:normAutofit fontScale="77500" lnSpcReduction="20000"/>
          </a:bodyPr>
          <a:lstStyle/>
          <a:p>
            <a:pPr algn="l"/>
            <a:r>
              <a:rPr lang="en-US" b="1" dirty="0"/>
              <a:t>Participants:</a:t>
            </a:r>
          </a:p>
          <a:p>
            <a:pPr marL="342900" indent="-342900" algn="l">
              <a:buFont typeface="Arial" panose="020B0604020202020204" pitchFamily="34" charset="0"/>
              <a:buChar char="•"/>
            </a:pPr>
            <a:r>
              <a:rPr lang="en-US" dirty="0"/>
              <a:t>H&amp;S Engineer</a:t>
            </a:r>
          </a:p>
          <a:p>
            <a:pPr marL="342900" indent="-342900" algn="l">
              <a:buFont typeface="Arial" panose="020B0604020202020204" pitchFamily="34" charset="0"/>
              <a:buChar char="•"/>
            </a:pPr>
            <a:r>
              <a:rPr lang="en-US" dirty="0"/>
              <a:t>Security Supervisor</a:t>
            </a:r>
          </a:p>
          <a:p>
            <a:pPr marL="342900" indent="-342900" algn="l">
              <a:buFont typeface="Arial" panose="020B0604020202020204" pitchFamily="34" charset="0"/>
              <a:buChar char="•"/>
            </a:pPr>
            <a:r>
              <a:rPr lang="en-US" sz="2500" dirty="0"/>
              <a:t>ORA Insaat, Mekta representatives</a:t>
            </a:r>
          </a:p>
          <a:p>
            <a:pPr marL="342900" indent="-342900" algn="l">
              <a:buFont typeface="Arial" panose="020B0604020202020204" pitchFamily="34" charset="0"/>
              <a:buChar char="•"/>
            </a:pPr>
            <a:r>
              <a:rPr lang="en-US" sz="2500" dirty="0"/>
              <a:t>Utilities team</a:t>
            </a:r>
          </a:p>
        </p:txBody>
      </p:sp>
      <p:sp>
        <p:nvSpPr>
          <p:cNvPr id="5" name="TextBox 4">
            <a:extLst>
              <a:ext uri="{FF2B5EF4-FFF2-40B4-BE49-F238E27FC236}">
                <a16:creationId xmlns:a16="http://schemas.microsoft.com/office/drawing/2014/main" id="{D83E09C8-2C3F-17E8-C6DD-FADAC6DC762A}"/>
              </a:ext>
            </a:extLst>
          </p:cNvPr>
          <p:cNvSpPr txBox="1"/>
          <p:nvPr/>
        </p:nvSpPr>
        <p:spPr>
          <a:xfrm>
            <a:off x="6150528" y="1316710"/>
            <a:ext cx="4241292" cy="369332"/>
          </a:xfrm>
          <a:prstGeom prst="rect">
            <a:avLst/>
          </a:prstGeom>
          <a:noFill/>
          <a:ln>
            <a:solidFill>
              <a:schemeClr val="tx1"/>
            </a:solidFill>
          </a:ln>
        </p:spPr>
        <p:txBody>
          <a:bodyPr wrap="square">
            <a:spAutoFit/>
          </a:bodyPr>
          <a:lstStyle/>
          <a:p>
            <a:r>
              <a:rPr lang="en-US" dirty="0"/>
              <a:t>In total, </a:t>
            </a:r>
            <a:r>
              <a:rPr lang="en-US" b="1" dirty="0"/>
              <a:t>78 fire hydrants</a:t>
            </a:r>
            <a:r>
              <a:rPr lang="en-US" dirty="0"/>
              <a:t> were inspected</a:t>
            </a:r>
          </a:p>
        </p:txBody>
      </p:sp>
      <p:pic>
        <p:nvPicPr>
          <p:cNvPr id="9" name="Picture 8">
            <a:extLst>
              <a:ext uri="{FF2B5EF4-FFF2-40B4-BE49-F238E27FC236}">
                <a16:creationId xmlns:a16="http://schemas.microsoft.com/office/drawing/2014/main" id="{C6121AE2-AA88-AACE-5E6F-4D980D93CC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4252" y="3158531"/>
            <a:ext cx="2993136" cy="3610105"/>
          </a:xfrm>
          <a:prstGeom prst="rect">
            <a:avLst/>
          </a:prstGeom>
        </p:spPr>
      </p:pic>
      <p:pic>
        <p:nvPicPr>
          <p:cNvPr id="11" name="Picture 10">
            <a:extLst>
              <a:ext uri="{FF2B5EF4-FFF2-40B4-BE49-F238E27FC236}">
                <a16:creationId xmlns:a16="http://schemas.microsoft.com/office/drawing/2014/main" id="{4A9BACA9-3AA8-93F1-B04C-284F7CCDFA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452" y="3169667"/>
            <a:ext cx="2673096" cy="3609269"/>
          </a:xfrm>
          <a:prstGeom prst="rect">
            <a:avLst/>
          </a:prstGeom>
        </p:spPr>
      </p:pic>
      <p:pic>
        <p:nvPicPr>
          <p:cNvPr id="13" name="Picture 12">
            <a:extLst>
              <a:ext uri="{FF2B5EF4-FFF2-40B4-BE49-F238E27FC236}">
                <a16:creationId xmlns:a16="http://schemas.microsoft.com/office/drawing/2014/main" id="{F01FA8F9-AEB4-956B-5E33-F931A4F1F1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4612" y="3158530"/>
            <a:ext cx="2447208" cy="3610105"/>
          </a:xfrm>
          <a:prstGeom prst="rect">
            <a:avLst/>
          </a:prstGeom>
        </p:spPr>
      </p:pic>
    </p:spTree>
    <p:extLst>
      <p:ext uri="{BB962C8B-B14F-4D97-AF65-F5344CB8AC3E}">
        <p14:creationId xmlns:p14="http://schemas.microsoft.com/office/powerpoint/2010/main" val="1481733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89D15-FC21-5D7F-AF02-83000D5CAD5D}"/>
            </a:ext>
          </a:extLst>
        </p:cNvPr>
        <p:cNvGrpSpPr/>
        <p:nvPr/>
      </p:nvGrpSpPr>
      <p:grpSpPr>
        <a:xfrm>
          <a:off x="0" y="0"/>
          <a:ext cx="0" cy="0"/>
          <a:chOff x="0" y="0"/>
          <a:chExt cx="0" cy="0"/>
        </a:xfrm>
      </p:grpSpPr>
      <p:graphicFrame>
        <p:nvGraphicFramePr>
          <p:cNvPr id="17" name="Table 16">
            <a:extLst>
              <a:ext uri="{FF2B5EF4-FFF2-40B4-BE49-F238E27FC236}">
                <a16:creationId xmlns:a16="http://schemas.microsoft.com/office/drawing/2014/main" id="{EDA45E92-454B-1BA7-AF74-952249F70852}"/>
              </a:ext>
            </a:extLst>
          </p:cNvPr>
          <p:cNvGraphicFramePr>
            <a:graphicFrameLocks noGrp="1"/>
          </p:cNvGraphicFramePr>
          <p:nvPr>
            <p:extLst>
              <p:ext uri="{D42A27DB-BD31-4B8C-83A1-F6EECF244321}">
                <p14:modId xmlns:p14="http://schemas.microsoft.com/office/powerpoint/2010/main" val="2298596736"/>
              </p:ext>
            </p:extLst>
          </p:nvPr>
        </p:nvGraphicFramePr>
        <p:xfrm>
          <a:off x="119445" y="560349"/>
          <a:ext cx="5483914" cy="5963206"/>
        </p:xfrm>
        <a:graphic>
          <a:graphicData uri="http://schemas.openxmlformats.org/drawingml/2006/table">
            <a:tbl>
              <a:tblPr/>
              <a:tblGrid>
                <a:gridCol w="2065370">
                  <a:extLst>
                    <a:ext uri="{9D8B030D-6E8A-4147-A177-3AD203B41FA5}">
                      <a16:colId xmlns:a16="http://schemas.microsoft.com/office/drawing/2014/main" val="3482173571"/>
                    </a:ext>
                  </a:extLst>
                </a:gridCol>
                <a:gridCol w="949595">
                  <a:extLst>
                    <a:ext uri="{9D8B030D-6E8A-4147-A177-3AD203B41FA5}">
                      <a16:colId xmlns:a16="http://schemas.microsoft.com/office/drawing/2014/main" val="4255525871"/>
                    </a:ext>
                  </a:extLst>
                </a:gridCol>
                <a:gridCol w="997075">
                  <a:extLst>
                    <a:ext uri="{9D8B030D-6E8A-4147-A177-3AD203B41FA5}">
                      <a16:colId xmlns:a16="http://schemas.microsoft.com/office/drawing/2014/main" val="690090842"/>
                    </a:ext>
                  </a:extLst>
                </a:gridCol>
                <a:gridCol w="1471874">
                  <a:extLst>
                    <a:ext uri="{9D8B030D-6E8A-4147-A177-3AD203B41FA5}">
                      <a16:colId xmlns:a16="http://schemas.microsoft.com/office/drawing/2014/main" val="3415065728"/>
                    </a:ext>
                  </a:extLst>
                </a:gridCol>
              </a:tblGrid>
              <a:tr h="257424">
                <a:tc>
                  <a:txBody>
                    <a:bodyPr/>
                    <a:lstStyle/>
                    <a:p>
                      <a:pPr algn="ctr" fontAlgn="ctr">
                        <a:buNone/>
                      </a:pPr>
                      <a:r>
                        <a:rPr lang="en-US" sz="1200" b="1" i="0" u="none" strike="noStrike">
                          <a:solidFill>
                            <a:srgbClr val="000000"/>
                          </a:solidFill>
                          <a:effectLst/>
                          <a:latin typeface="Calibri" panose="020F0502020204030204" pitchFamily="34" charset="0"/>
                        </a:rPr>
                        <a:t>Findings</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Calibri" panose="020F0502020204030204" pitchFamily="34" charset="0"/>
                        </a:rPr>
                        <a:t>Fire Hydrant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Calibri" panose="020F0502020204030204" pitchFamily="34" charset="0"/>
                        </a:rPr>
                        <a:t>Location</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Calibri" panose="020F0502020204030204" pitchFamily="34" charset="0"/>
                        </a:rPr>
                        <a:t>Evidence</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5628523"/>
                  </a:ext>
                </a:extLst>
              </a:tr>
              <a:tr h="1050471">
                <a:tc>
                  <a:txBody>
                    <a:bodyPr/>
                    <a:lstStyle/>
                    <a:p>
                      <a:pPr algn="l" fontAlgn="ctr">
                        <a:buNone/>
                      </a:pPr>
                      <a:r>
                        <a:rPr lang="en-US" sz="1200" b="0" i="0" u="none" strike="noStrike" dirty="0">
                          <a:solidFill>
                            <a:srgbClr val="000000"/>
                          </a:solidFill>
                          <a:effectLst/>
                          <a:latin typeface="Calibri" panose="020F0502020204030204" pitchFamily="34" charset="0"/>
                        </a:rPr>
                        <a:t>The fire hose nozzle is attached to the fire hose with a clamp, which is an unreliable connection. During testing, a leak was detected; the connection must be replaced immediately.</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ru-RU" sz="1200" b="0" i="0" u="none" strike="noStrike">
                          <a:solidFill>
                            <a:srgbClr val="000000"/>
                          </a:solidFill>
                          <a:effectLst/>
                          <a:latin typeface="Calibri" panose="020F0502020204030204" pitchFamily="34" charset="0"/>
                        </a:rPr>
                        <a:t>ПК 28-2</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Calibri" panose="020F0502020204030204" pitchFamily="34" charset="0"/>
                        </a:rPr>
                        <a:t>Along the corridor towards the chemical storage.</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7668959"/>
                  </a:ext>
                </a:extLst>
              </a:tr>
              <a:tr h="1091476">
                <a:tc>
                  <a:txBody>
                    <a:bodyPr/>
                    <a:lstStyle/>
                    <a:p>
                      <a:pPr algn="l" fontAlgn="ctr">
                        <a:buNone/>
                      </a:pPr>
                      <a:r>
                        <a:rPr lang="en-US" sz="1200" b="0" i="0" u="none" strike="noStrike">
                          <a:solidFill>
                            <a:srgbClr val="000000"/>
                          </a:solidFill>
                          <a:effectLst/>
                          <a:latin typeface="Calibri" panose="020F0502020204030204" pitchFamily="34" charset="0"/>
                        </a:rPr>
                        <a:t>Wear on the fire hose was identified. A leak was detected during testing.</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Calibri" panose="020F0502020204030204" pitchFamily="34" charset="0"/>
                        </a:rPr>
                        <a:t>The fire hydrant is not numbered</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CO2 plant</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618447"/>
                  </a:ext>
                </a:extLst>
              </a:tr>
              <a:tr h="1034843">
                <a:tc>
                  <a:txBody>
                    <a:bodyPr/>
                    <a:lstStyle/>
                    <a:p>
                      <a:pPr algn="l" fontAlgn="ctr">
                        <a:buNone/>
                      </a:pPr>
                      <a:r>
                        <a:rPr lang="en-US" sz="1200" b="0" i="0" u="none" strike="noStrike">
                          <a:solidFill>
                            <a:srgbClr val="000000"/>
                          </a:solidFill>
                          <a:effectLst/>
                          <a:latin typeface="Calibri" panose="020F0502020204030204" pitchFamily="34" charset="0"/>
                        </a:rPr>
                        <a:t>The fire hose nozzle is missing. It is necessary to install the nozzle.</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Calibri" panose="020F0502020204030204" pitchFamily="34" charset="0"/>
                        </a:rPr>
                        <a:t>The fire hydrant is not numbered</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Calibri" panose="020F0502020204030204" pitchFamily="34" charset="0"/>
                        </a:rPr>
                        <a:t>CO2 plant</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6634110"/>
                  </a:ext>
                </a:extLst>
              </a:tr>
              <a:tr h="1148110">
                <a:tc>
                  <a:txBody>
                    <a:bodyPr/>
                    <a:lstStyle/>
                    <a:p>
                      <a:pPr algn="l" fontAlgn="ctr">
                        <a:buNone/>
                      </a:pPr>
                      <a:r>
                        <a:rPr lang="en-US" sz="1200" b="0" i="0" u="none" strike="noStrike">
                          <a:solidFill>
                            <a:srgbClr val="000000"/>
                          </a:solidFill>
                          <a:effectLst/>
                          <a:latin typeface="Calibri" panose="020F0502020204030204" pitchFamily="34" charset="0"/>
                        </a:rPr>
                        <a:t>The fire hose is missing. It is necessary to install the fire hose.</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ru-RU" sz="1200" b="0" i="0" u="none" strike="noStrike">
                          <a:solidFill>
                            <a:srgbClr val="000000"/>
                          </a:solidFill>
                          <a:effectLst/>
                          <a:latin typeface="Calibri" panose="020F0502020204030204" pitchFamily="34" charset="0"/>
                        </a:rPr>
                        <a:t>ПК 30-2</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Boiler room</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5836387"/>
                  </a:ext>
                </a:extLst>
              </a:tr>
              <a:tr h="1034843">
                <a:tc>
                  <a:txBody>
                    <a:bodyPr/>
                    <a:lstStyle/>
                    <a:p>
                      <a:pPr algn="l" fontAlgn="ctr">
                        <a:buNone/>
                      </a:pPr>
                      <a:r>
                        <a:rPr lang="en-US" sz="1200" b="0" i="0" u="none" strike="noStrike">
                          <a:solidFill>
                            <a:srgbClr val="000000"/>
                          </a:solidFill>
                          <a:effectLst/>
                          <a:latin typeface="Calibri" panose="020F0502020204030204" pitchFamily="34" charset="0"/>
                        </a:rPr>
                        <a:t>The fire hydrant cabinet door is damaged and has a dent. It is necessary to repair or replace the door.</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ru-RU" sz="1200" b="0" i="0" u="none" strike="noStrike">
                          <a:solidFill>
                            <a:srgbClr val="000000"/>
                          </a:solidFill>
                          <a:effectLst/>
                          <a:latin typeface="Calibri" panose="020F0502020204030204" pitchFamily="34" charset="0"/>
                        </a:rPr>
                        <a:t>ПК 43-2</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Calibri" panose="020F0502020204030204" pitchFamily="34" charset="0"/>
                        </a:rPr>
                        <a:t>RGB Line/Warehouse</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863383"/>
                  </a:ext>
                </a:extLst>
              </a:tr>
            </a:tbl>
          </a:graphicData>
        </a:graphic>
      </p:graphicFrame>
      <p:graphicFrame>
        <p:nvGraphicFramePr>
          <p:cNvPr id="18" name="Table 17">
            <a:extLst>
              <a:ext uri="{FF2B5EF4-FFF2-40B4-BE49-F238E27FC236}">
                <a16:creationId xmlns:a16="http://schemas.microsoft.com/office/drawing/2014/main" id="{5B730D29-C1B4-CD36-FF47-AC58A6A13695}"/>
              </a:ext>
            </a:extLst>
          </p:cNvPr>
          <p:cNvGraphicFramePr>
            <a:graphicFrameLocks noGrp="1"/>
          </p:cNvGraphicFramePr>
          <p:nvPr>
            <p:extLst>
              <p:ext uri="{D42A27DB-BD31-4B8C-83A1-F6EECF244321}">
                <p14:modId xmlns:p14="http://schemas.microsoft.com/office/powerpoint/2010/main" val="4046118784"/>
              </p:ext>
            </p:extLst>
          </p:nvPr>
        </p:nvGraphicFramePr>
        <p:xfrm>
          <a:off x="5901070" y="560349"/>
          <a:ext cx="6059844" cy="6651420"/>
        </p:xfrm>
        <a:graphic>
          <a:graphicData uri="http://schemas.openxmlformats.org/drawingml/2006/table">
            <a:tbl>
              <a:tblPr/>
              <a:tblGrid>
                <a:gridCol w="2282278">
                  <a:extLst>
                    <a:ext uri="{9D8B030D-6E8A-4147-A177-3AD203B41FA5}">
                      <a16:colId xmlns:a16="http://schemas.microsoft.com/office/drawing/2014/main" val="3482173571"/>
                    </a:ext>
                  </a:extLst>
                </a:gridCol>
                <a:gridCol w="1049323">
                  <a:extLst>
                    <a:ext uri="{9D8B030D-6E8A-4147-A177-3AD203B41FA5}">
                      <a16:colId xmlns:a16="http://schemas.microsoft.com/office/drawing/2014/main" val="4255525871"/>
                    </a:ext>
                  </a:extLst>
                </a:gridCol>
                <a:gridCol w="1101790">
                  <a:extLst>
                    <a:ext uri="{9D8B030D-6E8A-4147-A177-3AD203B41FA5}">
                      <a16:colId xmlns:a16="http://schemas.microsoft.com/office/drawing/2014/main" val="690090842"/>
                    </a:ext>
                  </a:extLst>
                </a:gridCol>
                <a:gridCol w="1626453">
                  <a:extLst>
                    <a:ext uri="{9D8B030D-6E8A-4147-A177-3AD203B41FA5}">
                      <a16:colId xmlns:a16="http://schemas.microsoft.com/office/drawing/2014/main" val="3415065728"/>
                    </a:ext>
                  </a:extLst>
                </a:gridCol>
              </a:tblGrid>
              <a:tr h="257424">
                <a:tc>
                  <a:txBody>
                    <a:bodyPr/>
                    <a:lstStyle/>
                    <a:p>
                      <a:pPr algn="ctr" fontAlgn="ctr">
                        <a:buNone/>
                      </a:pPr>
                      <a:r>
                        <a:rPr lang="en-US" sz="1200" b="1" i="0" u="none" strike="noStrike">
                          <a:solidFill>
                            <a:srgbClr val="000000"/>
                          </a:solidFill>
                          <a:effectLst/>
                          <a:latin typeface="Calibri" panose="020F0502020204030204" pitchFamily="34" charset="0"/>
                        </a:rPr>
                        <a:t>Findings</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Calibri" panose="020F0502020204030204" pitchFamily="34" charset="0"/>
                        </a:rPr>
                        <a:t>Fire Hydrant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Calibri" panose="020F0502020204030204" pitchFamily="34" charset="0"/>
                        </a:rPr>
                        <a:t>Location</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b="1" i="0" u="none" strike="noStrike">
                          <a:solidFill>
                            <a:srgbClr val="000000"/>
                          </a:solidFill>
                          <a:effectLst/>
                          <a:latin typeface="Calibri" panose="020F0502020204030204" pitchFamily="34" charset="0"/>
                        </a:rPr>
                        <a:t>Evidence</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35628523"/>
                  </a:ext>
                </a:extLst>
              </a:tr>
              <a:tr h="1050471">
                <a:tc>
                  <a:txBody>
                    <a:bodyPr/>
                    <a:lstStyle/>
                    <a:p>
                      <a:pPr algn="l" fontAlgn="ctr">
                        <a:buNone/>
                      </a:pPr>
                      <a:r>
                        <a:rPr lang="en-US" sz="1100" b="0" i="0" u="none" strike="noStrike" dirty="0">
                          <a:solidFill>
                            <a:srgbClr val="000000"/>
                          </a:solidFill>
                          <a:effectLst/>
                          <a:latin typeface="Calibri" panose="020F0502020204030204" pitchFamily="34" charset="0"/>
                        </a:rPr>
                        <a:t>The storage of finished products has obstructed access to the fire hydrant. It is necessary to ensure free access to the fire hydrant and remove the finished products.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ru-RU" sz="1100" b="0" i="0" u="none" strike="noStrike">
                          <a:solidFill>
                            <a:srgbClr val="000000"/>
                          </a:solidFill>
                          <a:effectLst/>
                          <a:latin typeface="Calibri" panose="020F0502020204030204" pitchFamily="34" charset="0"/>
                        </a:rPr>
                        <a:t>ПК 17-1</a:t>
                      </a:r>
                      <a:br>
                        <a:rPr lang="ru-RU" sz="1100" b="0" i="0" u="none" strike="noStrike">
                          <a:solidFill>
                            <a:srgbClr val="000000"/>
                          </a:solidFill>
                          <a:effectLst/>
                          <a:latin typeface="Calibri" panose="020F0502020204030204" pitchFamily="34" charset="0"/>
                        </a:rPr>
                      </a:br>
                      <a:r>
                        <a:rPr lang="ru-RU" sz="1100" b="0" i="0" u="none" strike="noStrike">
                          <a:solidFill>
                            <a:srgbClr val="000000"/>
                          </a:solidFill>
                          <a:effectLst/>
                          <a:latin typeface="Calibri" panose="020F0502020204030204" pitchFamily="34" charset="0"/>
                        </a:rPr>
                        <a:t>ПК 17-2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NHFL Line/Warehouse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7668959"/>
                  </a:ext>
                </a:extLst>
              </a:tr>
              <a:tr h="1050471">
                <a:tc>
                  <a:txBody>
                    <a:bodyPr/>
                    <a:lstStyle/>
                    <a:p>
                      <a:pPr algn="l" fontAlgn="ctr">
                        <a:buNone/>
                      </a:pPr>
                      <a:r>
                        <a:rPr lang="en-US" sz="1100" b="0" i="0" u="none" strike="noStrike" dirty="0">
                          <a:solidFill>
                            <a:srgbClr val="000000"/>
                          </a:solidFill>
                          <a:effectLst/>
                          <a:latin typeface="Calibri" panose="020F0502020204030204" pitchFamily="34" charset="0"/>
                        </a:rPr>
                        <a:t>The glass of the fire hydrant cabinet is broken. It is necessary to install new glass.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ru-RU" sz="1100" b="0" i="0" u="none" strike="noStrike">
                          <a:solidFill>
                            <a:srgbClr val="000000"/>
                          </a:solidFill>
                          <a:effectLst/>
                          <a:latin typeface="Calibri" panose="020F0502020204030204" pitchFamily="34" charset="0"/>
                        </a:rPr>
                        <a:t>ПК 15-2</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PET Line/Warehouse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endParaRPr lang="en-US" sz="1200" b="0" i="0" u="none" strike="noStrike" dirty="0">
                        <a:solidFill>
                          <a:srgbClr val="000000"/>
                        </a:solidFill>
                        <a:effectLst/>
                        <a:latin typeface="Calibri" panose="020F0502020204030204" pitchFamily="34" charset="0"/>
                      </a:endParaRP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1249084"/>
                  </a:ext>
                </a:extLst>
              </a:tr>
              <a:tr h="930271">
                <a:tc>
                  <a:txBody>
                    <a:bodyPr/>
                    <a:lstStyle/>
                    <a:p>
                      <a:pPr algn="l" fontAlgn="ctr">
                        <a:buNone/>
                      </a:pPr>
                      <a:r>
                        <a:rPr lang="en-US" sz="1100" b="0" i="0" u="none" strike="noStrike" dirty="0">
                          <a:solidFill>
                            <a:srgbClr val="000000"/>
                          </a:solidFill>
                          <a:effectLst/>
                          <a:latin typeface="Calibri" panose="020F0502020204030204" pitchFamily="34" charset="0"/>
                        </a:rPr>
                        <a:t>The fire hose extension mechanism is missing. It is necessary to install the mechanism.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ru-RU" sz="1100" b="0" i="0" u="none" strike="noStrike">
                          <a:solidFill>
                            <a:srgbClr val="000000"/>
                          </a:solidFill>
                          <a:effectLst/>
                          <a:latin typeface="Calibri" panose="020F0502020204030204" pitchFamily="34" charset="0"/>
                        </a:rPr>
                        <a:t>ПК 25-1</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Sugar warehouse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4618447"/>
                  </a:ext>
                </a:extLst>
              </a:tr>
              <a:tr h="1034843">
                <a:tc>
                  <a:txBody>
                    <a:bodyPr/>
                    <a:lstStyle/>
                    <a:p>
                      <a:pPr algn="l" fontAlgn="ctr">
                        <a:buNone/>
                      </a:pPr>
                      <a:r>
                        <a:rPr lang="en-US" sz="1100" b="0" i="0" u="none" strike="noStrike">
                          <a:solidFill>
                            <a:srgbClr val="000000"/>
                          </a:solidFill>
                          <a:effectLst/>
                          <a:latin typeface="Calibri" panose="020F0502020204030204" pitchFamily="34" charset="0"/>
                        </a:rPr>
                        <a:t>bolted connections of the extension mechanism on most fire hydrants are in unsatisfactory condition and do not ensure the required level of reliability. It is necessary to retighten the bolted connections and adjust the position of the mechanism.</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All territory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6634110"/>
                  </a:ext>
                </a:extLst>
              </a:tr>
              <a:tr h="1148110">
                <a:tc>
                  <a:txBody>
                    <a:bodyPr/>
                    <a:lstStyle/>
                    <a:p>
                      <a:pPr algn="l" fontAlgn="ctr">
                        <a:buNone/>
                      </a:pPr>
                      <a:r>
                        <a:rPr lang="en-US" sz="1100" b="0" i="0" u="none" strike="noStrike">
                          <a:solidFill>
                            <a:srgbClr val="000000"/>
                          </a:solidFill>
                          <a:effectLst/>
                          <a:latin typeface="Calibri" panose="020F0502020204030204" pitchFamily="34" charset="0"/>
                        </a:rPr>
                        <a:t>Six fire hydrants were found without numbering; the marking may have been worn off.</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The fire hydrants are not numbered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NHFL Line/Warehouse - 2 units</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Syrup room - 2 units</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CO2 plant - 2 units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5836387"/>
                  </a:ext>
                </a:extLst>
              </a:tr>
              <a:tr h="1034843">
                <a:tc>
                  <a:txBody>
                    <a:bodyPr/>
                    <a:lstStyle/>
                    <a:p>
                      <a:pPr algn="l" fontAlgn="ctr">
                        <a:buNone/>
                      </a:pPr>
                      <a:r>
                        <a:rPr lang="en-US" sz="1100" b="0" i="0" u="none" strike="noStrike">
                          <a:solidFill>
                            <a:srgbClr val="000000"/>
                          </a:solidFill>
                          <a:effectLst/>
                          <a:latin typeface="Calibri" panose="020F0502020204030204" pitchFamily="34" charset="0"/>
                        </a:rPr>
                        <a:t>Fire hoses with improper coiling were identified, which could have led to difficulties during uncoiling and use. During the inspection, the hoses were coiled correctly, and the nonconformities were rectified on site.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a:solidFill>
                            <a:srgbClr val="000000"/>
                          </a:solidFill>
                          <a:effectLst/>
                          <a:latin typeface="Calibri" panose="020F0502020204030204" pitchFamily="34" charset="0"/>
                        </a:rPr>
                        <a:t>N/A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100" b="0" i="0" u="none" strike="noStrike" dirty="0">
                          <a:solidFill>
                            <a:srgbClr val="000000"/>
                          </a:solidFill>
                          <a:effectLst/>
                          <a:latin typeface="Calibri" panose="020F0502020204030204" pitchFamily="34" charset="0"/>
                        </a:rPr>
                        <a:t>All territory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sz="1200" b="0" i="0" u="none" strike="noStrike" dirty="0">
                          <a:solidFill>
                            <a:srgbClr val="000000"/>
                          </a:solidFill>
                          <a:effectLst/>
                          <a:latin typeface="Calibri" panose="020F0502020204030204" pitchFamily="34" charset="0"/>
                        </a:rPr>
                        <a:t> </a:t>
                      </a:r>
                    </a:p>
                  </a:txBody>
                  <a:tcPr marL="4007" marR="4007" marT="40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98863383"/>
                  </a:ext>
                </a:extLst>
              </a:tr>
            </a:tbl>
          </a:graphicData>
        </a:graphic>
      </p:graphicFrame>
    </p:spTree>
    <p:extLst>
      <p:ext uri="{BB962C8B-B14F-4D97-AF65-F5344CB8AC3E}">
        <p14:creationId xmlns:p14="http://schemas.microsoft.com/office/powerpoint/2010/main" val="2896579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DBF75929D52472478AB1668E58DB8069" ma:contentTypeVersion="16" ma:contentTypeDescription="Создание документа." ma:contentTypeScope="" ma:versionID="3d85f22d4c1af571f34c14c9b1d89443">
  <xsd:schema xmlns:xsd="http://www.w3.org/2001/XMLSchema" xmlns:xs="http://www.w3.org/2001/XMLSchema" xmlns:p="http://schemas.microsoft.com/office/2006/metadata/properties" xmlns:ns2="3ce2ae4e-bd1b-47ec-a92d-b9ae2324212b" xmlns:ns3="0f15d927-a87f-417a-8d58-bffa0ef560bf" targetNamespace="http://schemas.microsoft.com/office/2006/metadata/properties" ma:root="true" ma:fieldsID="bc425ebce90e565340405ffd8bf50927" ns2:_="" ns3:_="">
    <xsd:import namespace="3ce2ae4e-bd1b-47ec-a92d-b9ae2324212b"/>
    <xsd:import namespace="0f15d927-a87f-417a-8d58-bffa0ef560b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e2ae4e-bd1b-47ec-a92d-b9ae232421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Теги изображений" ma:readOnly="false" ma:fieldId="{5cf76f15-5ced-4ddc-b409-7134ff3c332f}" ma:taxonomyMulti="true" ma:sspId="381fe904-b0d3-4f5f-8023-6b547404f23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f15d927-a87f-417a-8d58-bffa0ef560bf" elementFormDefault="qualified">
    <xsd:import namespace="http://schemas.microsoft.com/office/2006/documentManagement/types"/>
    <xsd:import namespace="http://schemas.microsoft.com/office/infopath/2007/PartnerControls"/>
    <xsd:element name="SharedWithUsers" ma:index="11"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Совместно с подробностями" ma:internalName="SharedWithDetails" ma:readOnly="true">
      <xsd:simpleType>
        <xsd:restriction base="dms:Note">
          <xsd:maxLength value="255"/>
        </xsd:restriction>
      </xsd:simpleType>
    </xsd:element>
    <xsd:element name="TaxCatchAll" ma:index="17" nillable="true" ma:displayName="Taxonomy Catch All Column" ma:hidden="true" ma:list="{1f22b549-6b44-493e-b5cd-f52a8fae2337}" ma:internalName="TaxCatchAll" ma:showField="CatchAllData" ma:web="0f15d927-a87f-417a-8d58-bffa0ef560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ce2ae4e-bd1b-47ec-a92d-b9ae2324212b">
      <Terms xmlns="http://schemas.microsoft.com/office/infopath/2007/PartnerControls"/>
    </lcf76f155ced4ddcb4097134ff3c332f>
    <TaxCatchAll xmlns="0f15d927-a87f-417a-8d58-bffa0ef560bf" xsi:nil="true"/>
  </documentManagement>
</p:properties>
</file>

<file path=customXml/itemProps1.xml><?xml version="1.0" encoding="utf-8"?>
<ds:datastoreItem xmlns:ds="http://schemas.openxmlformats.org/officeDocument/2006/customXml" ds:itemID="{4EE6AF02-E55F-483F-BB6E-AC10ABFD47AA}"/>
</file>

<file path=customXml/itemProps2.xml><?xml version="1.0" encoding="utf-8"?>
<ds:datastoreItem xmlns:ds="http://schemas.openxmlformats.org/officeDocument/2006/customXml" ds:itemID="{622F77FE-63FA-476B-BF28-A94EB1BDD378}"/>
</file>

<file path=customXml/itemProps3.xml><?xml version="1.0" encoding="utf-8"?>
<ds:datastoreItem xmlns:ds="http://schemas.openxmlformats.org/officeDocument/2006/customXml" ds:itemID="{20A7127C-534D-48CA-A06A-42816BAFF1E1}"/>
</file>

<file path=docProps/app.xml><?xml version="1.0" encoding="utf-8"?>
<Properties xmlns="http://schemas.openxmlformats.org/officeDocument/2006/extended-properties" xmlns:vt="http://schemas.openxmlformats.org/officeDocument/2006/docPropsVTypes">
  <TotalTime>138</TotalTime>
  <Words>403</Words>
  <Application>Microsoft Office PowerPoint</Application>
  <PresentationFormat>Widescreen</PresentationFormat>
  <Paragraphs>58</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Calibri</vt:lpstr>
      <vt:lpstr>Office Theme</vt:lpstr>
      <vt:lpstr>Fire hydrant inspection Samarkand, 04 February 2026</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Amandyk Izturganov</dc:creator>
  <cp:lastModifiedBy>Amandyk Izturganov</cp:lastModifiedBy>
  <cp:revision>1</cp:revision>
  <dcterms:created xsi:type="dcterms:W3CDTF">2026-02-04T16:17:10Z</dcterms:created>
  <dcterms:modified xsi:type="dcterms:W3CDTF">2026-02-04T18:36:12Z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2a69aeb-dc6f-4700-b3da-e685bd12f361_Enabled">
    <vt:lpwstr>true</vt:lpwstr>
  </property>
  <property fmtid="{D5CDD505-2E9C-101B-9397-08002B2CF9AE}" pid="3" name="MSIP_Label_32a69aeb-dc6f-4700-b3da-e685bd12f361_SetDate">
    <vt:lpwstr>2026-02-04T16:17:15Z</vt:lpwstr>
  </property>
  <property fmtid="{D5CDD505-2E9C-101B-9397-08002B2CF9AE}" pid="4" name="MSIP_Label_32a69aeb-dc6f-4700-b3da-e685bd12f361_Method">
    <vt:lpwstr>Privileged</vt:lpwstr>
  </property>
  <property fmtid="{D5CDD505-2E9C-101B-9397-08002B2CF9AE}" pid="5" name="MSIP_Label_32a69aeb-dc6f-4700-b3da-e685bd12f361_Name">
    <vt:lpwstr>32a69aeb-dc6f-4700-b3da-e685bd12f361</vt:lpwstr>
  </property>
  <property fmtid="{D5CDD505-2E9C-101B-9397-08002B2CF9AE}" pid="6" name="MSIP_Label_32a69aeb-dc6f-4700-b3da-e685bd12f361_SiteId">
    <vt:lpwstr>e4dddef5-d743-42fa-99da-83120e7bf32e</vt:lpwstr>
  </property>
  <property fmtid="{D5CDD505-2E9C-101B-9397-08002B2CF9AE}" pid="7" name="MSIP_Label_32a69aeb-dc6f-4700-b3da-e685bd12f361_ActionId">
    <vt:lpwstr>1320d388-6348-42d6-9257-bf4eab9eaf26</vt:lpwstr>
  </property>
  <property fmtid="{D5CDD505-2E9C-101B-9397-08002B2CF9AE}" pid="8" name="MSIP_Label_32a69aeb-dc6f-4700-b3da-e685bd12f361_ContentBits">
    <vt:lpwstr>2</vt:lpwstr>
  </property>
  <property fmtid="{D5CDD505-2E9C-101B-9397-08002B2CF9AE}" pid="9" name="MSIP_Label_32a69aeb-dc6f-4700-b3da-e685bd12f361_Tag">
    <vt:lpwstr>10, 0, 1, 1</vt:lpwstr>
  </property>
  <property fmtid="{D5CDD505-2E9C-101B-9397-08002B2CF9AE}" pid="10" name="ClassificationContentMarkingFooterLocations">
    <vt:lpwstr>Office Theme:8</vt:lpwstr>
  </property>
  <property fmtid="{D5CDD505-2E9C-101B-9397-08002B2CF9AE}" pid="11" name="ClassificationContentMarkingFooterText">
    <vt:lpwstr>PUBLIC</vt:lpwstr>
  </property>
  <property fmtid="{D5CDD505-2E9C-101B-9397-08002B2CF9AE}" pid="12" name="MediaServiceImageTags">
    <vt:lpwstr/>
  </property>
  <property fmtid="{D5CDD505-2E9C-101B-9397-08002B2CF9AE}" pid="13" name="ContentTypeId">
    <vt:lpwstr>0x010100DBF75929D52472478AB1668E58DB8069</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_ExtendedDescription">
    <vt:lpwstr/>
  </property>
  <property fmtid="{D5CDD505-2E9C-101B-9397-08002B2CF9AE}" pid="18" name="TriggerFlowInfo">
    <vt:lpwstr/>
  </property>
</Properties>
</file>